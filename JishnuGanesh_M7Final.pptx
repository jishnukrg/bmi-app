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5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6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8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9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0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76" r:id="rId3"/>
    <p:sldMasterId id="2147483690" r:id="rId4"/>
    <p:sldMasterId id="2147483693" r:id="rId5"/>
    <p:sldMasterId id="2147483706" r:id="rId6"/>
    <p:sldMasterId id="2147483720" r:id="rId7"/>
    <p:sldMasterId id="2147483732" r:id="rId8"/>
    <p:sldMasterId id="2147483746" r:id="rId9"/>
    <p:sldMasterId id="2147483760" r:id="rId10"/>
    <p:sldMasterId id="2147483774" r:id="rId11"/>
  </p:sldMasterIdLst>
  <p:notesMasterIdLst>
    <p:notesMasterId r:id="rId2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1" autoAdjust="0"/>
    <p:restoredTop sz="85185" autoAdjust="0"/>
  </p:normalViewPr>
  <p:slideViewPr>
    <p:cSldViewPr snapToGrid="0">
      <p:cViewPr>
        <p:scale>
          <a:sx n="53" d="100"/>
          <a:sy n="53" d="100"/>
        </p:scale>
        <p:origin x="11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F0FEE-4FB6-454D-983C-7487F9E0AB5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B933BD-DA5A-4551-A3C7-BE444436D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3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“Hi, my name is Jishnu Ganesh. In this presentation I’ll talk about my BMI Calculator application and the CI/CD pipeline I built and enhanced using Jenkins.”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07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built a simple Java Swing BMI Calculator app. The user enters their height and weight, and the app calculates BMI and shows the category. I used this app throughout the course as the target for my Jenkins CI/CD pipeline.”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89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“Over the modules, I improved the code structure and comments, handled invalid inputs better, and kept everything in a clean GitHub repository so Jenkins could easily pull and build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78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“My pipeline is defined in a </a:t>
            </a:r>
            <a:r>
              <a:rPr lang="en-US" dirty="0" err="1"/>
              <a:t>Jenkinsfile</a:t>
            </a:r>
            <a:r>
              <a:rPr lang="en-US" dirty="0"/>
              <a:t> stored in the GitHub repo. Jenkins pulls the code, compiles the Java file, runs tests, packages the build into a TAR file, conditionally runs a Release stage only for the main branch, and finally sends email notifications.”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stages ensure the code compiles, the artifacts exist, and only the main branch triggers the Release stage. This prevents accidental ‘production’ releases from other branches.”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24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Module 6, I focused on monitoring and basic security. I enabled the </a:t>
            </a:r>
            <a:r>
              <a:rPr lang="en-US" dirty="0" err="1"/>
              <a:t>Timestamper</a:t>
            </a:r>
            <a:r>
              <a:rPr lang="en-US" dirty="0"/>
              <a:t> plugin so every log line has a timestamp, added a dedicated monitor/security stage, and made console logs more informative when something goes wrong.”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7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used the Email Extension plugin so Jenkins sends emails after each build. In a failure case, I can quickly see the subject line, open Jenkins, and use logs and timestamps to debug. It’s a simple but effective incident response loop.”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50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project helped me connect theory to practice. I now understand how each Jenkins stage fits into CI/CD, and how testing, monitoring, and notifications all work together.”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3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summary, I built and enhanced a full CI/CD pipeline around a simple BMI app, and learned how to design, test, monitor, and secure a pipeline in Jenkins.”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933BD-DA5A-4551-A3C7-BE444436D1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48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emf"/><Relationship Id="rId18" Type="http://schemas.openxmlformats.org/officeDocument/2006/relationships/image" Target="../media/image22.emf"/><Relationship Id="rId26" Type="http://schemas.openxmlformats.org/officeDocument/2006/relationships/image" Target="../media/image30.emf"/><Relationship Id="rId3" Type="http://schemas.openxmlformats.org/officeDocument/2006/relationships/image" Target="../media/image7.emf"/><Relationship Id="rId21" Type="http://schemas.openxmlformats.org/officeDocument/2006/relationships/image" Target="../media/image25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17" Type="http://schemas.openxmlformats.org/officeDocument/2006/relationships/image" Target="../media/image21.emf"/><Relationship Id="rId25" Type="http://schemas.openxmlformats.org/officeDocument/2006/relationships/image" Target="../media/image29.emf"/><Relationship Id="rId33" Type="http://schemas.openxmlformats.org/officeDocument/2006/relationships/image" Target="../media/image37.emf"/><Relationship Id="rId2" Type="http://schemas.openxmlformats.org/officeDocument/2006/relationships/image" Target="../media/image6.emf"/><Relationship Id="rId16" Type="http://schemas.openxmlformats.org/officeDocument/2006/relationships/image" Target="../media/image20.emf"/><Relationship Id="rId20" Type="http://schemas.openxmlformats.org/officeDocument/2006/relationships/image" Target="../media/image24.emf"/><Relationship Id="rId29" Type="http://schemas.openxmlformats.org/officeDocument/2006/relationships/image" Target="../media/image33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24" Type="http://schemas.openxmlformats.org/officeDocument/2006/relationships/image" Target="../media/image28.emf"/><Relationship Id="rId32" Type="http://schemas.openxmlformats.org/officeDocument/2006/relationships/image" Target="../media/image36.emf"/><Relationship Id="rId5" Type="http://schemas.openxmlformats.org/officeDocument/2006/relationships/image" Target="../media/image9.emf"/><Relationship Id="rId15" Type="http://schemas.openxmlformats.org/officeDocument/2006/relationships/image" Target="../media/image19.emf"/><Relationship Id="rId23" Type="http://schemas.openxmlformats.org/officeDocument/2006/relationships/image" Target="../media/image27.emf"/><Relationship Id="rId28" Type="http://schemas.openxmlformats.org/officeDocument/2006/relationships/image" Target="../media/image32.emf"/><Relationship Id="rId10" Type="http://schemas.openxmlformats.org/officeDocument/2006/relationships/image" Target="../media/image14.emf"/><Relationship Id="rId19" Type="http://schemas.openxmlformats.org/officeDocument/2006/relationships/image" Target="../media/image23.emf"/><Relationship Id="rId31" Type="http://schemas.openxmlformats.org/officeDocument/2006/relationships/image" Target="../media/image35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Relationship Id="rId22" Type="http://schemas.openxmlformats.org/officeDocument/2006/relationships/image" Target="../media/image26.emf"/><Relationship Id="rId27" Type="http://schemas.openxmlformats.org/officeDocument/2006/relationships/image" Target="../media/image31.emf"/><Relationship Id="rId30" Type="http://schemas.openxmlformats.org/officeDocument/2006/relationships/image" Target="../media/image34.emf"/><Relationship Id="rId8" Type="http://schemas.openxmlformats.org/officeDocument/2006/relationships/image" Target="../media/image12.emf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emf"/><Relationship Id="rId18" Type="http://schemas.openxmlformats.org/officeDocument/2006/relationships/image" Target="../media/image54.emf"/><Relationship Id="rId26" Type="http://schemas.openxmlformats.org/officeDocument/2006/relationships/image" Target="../media/image62.emf"/><Relationship Id="rId3" Type="http://schemas.openxmlformats.org/officeDocument/2006/relationships/image" Target="../media/image39.emf"/><Relationship Id="rId21" Type="http://schemas.openxmlformats.org/officeDocument/2006/relationships/image" Target="../media/image57.emf"/><Relationship Id="rId7" Type="http://schemas.openxmlformats.org/officeDocument/2006/relationships/image" Target="../media/image43.emf"/><Relationship Id="rId12" Type="http://schemas.openxmlformats.org/officeDocument/2006/relationships/image" Target="../media/image48.emf"/><Relationship Id="rId17" Type="http://schemas.openxmlformats.org/officeDocument/2006/relationships/image" Target="../media/image53.emf"/><Relationship Id="rId25" Type="http://schemas.openxmlformats.org/officeDocument/2006/relationships/image" Target="../media/image61.emf"/><Relationship Id="rId33" Type="http://schemas.openxmlformats.org/officeDocument/2006/relationships/image" Target="../media/image69.emf"/><Relationship Id="rId2" Type="http://schemas.openxmlformats.org/officeDocument/2006/relationships/image" Target="../media/image38.emf"/><Relationship Id="rId16" Type="http://schemas.openxmlformats.org/officeDocument/2006/relationships/image" Target="../media/image52.emf"/><Relationship Id="rId20" Type="http://schemas.openxmlformats.org/officeDocument/2006/relationships/image" Target="../media/image56.emf"/><Relationship Id="rId29" Type="http://schemas.openxmlformats.org/officeDocument/2006/relationships/image" Target="../media/image65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24" Type="http://schemas.openxmlformats.org/officeDocument/2006/relationships/image" Target="../media/image60.emf"/><Relationship Id="rId32" Type="http://schemas.openxmlformats.org/officeDocument/2006/relationships/image" Target="../media/image68.emf"/><Relationship Id="rId5" Type="http://schemas.openxmlformats.org/officeDocument/2006/relationships/image" Target="../media/image41.emf"/><Relationship Id="rId15" Type="http://schemas.openxmlformats.org/officeDocument/2006/relationships/image" Target="../media/image51.emf"/><Relationship Id="rId23" Type="http://schemas.openxmlformats.org/officeDocument/2006/relationships/image" Target="../media/image59.emf"/><Relationship Id="rId28" Type="http://schemas.openxmlformats.org/officeDocument/2006/relationships/image" Target="../media/image64.emf"/><Relationship Id="rId10" Type="http://schemas.openxmlformats.org/officeDocument/2006/relationships/image" Target="../media/image46.emf"/><Relationship Id="rId19" Type="http://schemas.openxmlformats.org/officeDocument/2006/relationships/image" Target="../media/image55.emf"/><Relationship Id="rId31" Type="http://schemas.openxmlformats.org/officeDocument/2006/relationships/image" Target="../media/image67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Relationship Id="rId14" Type="http://schemas.openxmlformats.org/officeDocument/2006/relationships/image" Target="../media/image50.emf"/><Relationship Id="rId22" Type="http://schemas.openxmlformats.org/officeDocument/2006/relationships/image" Target="../media/image58.emf"/><Relationship Id="rId27" Type="http://schemas.openxmlformats.org/officeDocument/2006/relationships/image" Target="../media/image63.emf"/><Relationship Id="rId30" Type="http://schemas.openxmlformats.org/officeDocument/2006/relationships/image" Target="../media/image66.emf"/><Relationship Id="rId8" Type="http://schemas.openxmlformats.org/officeDocument/2006/relationships/image" Target="../media/image44.emf"/></Relationships>
</file>

<file path=ppt/slideLayouts/_rels/slideLayout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emf"/><Relationship Id="rId18" Type="http://schemas.openxmlformats.org/officeDocument/2006/relationships/image" Target="../media/image86.emf"/><Relationship Id="rId26" Type="http://schemas.openxmlformats.org/officeDocument/2006/relationships/image" Target="../media/image94.emf"/><Relationship Id="rId3" Type="http://schemas.openxmlformats.org/officeDocument/2006/relationships/image" Target="../media/image71.emf"/><Relationship Id="rId21" Type="http://schemas.openxmlformats.org/officeDocument/2006/relationships/image" Target="../media/image89.emf"/><Relationship Id="rId7" Type="http://schemas.openxmlformats.org/officeDocument/2006/relationships/image" Target="../media/image75.emf"/><Relationship Id="rId12" Type="http://schemas.openxmlformats.org/officeDocument/2006/relationships/image" Target="../media/image80.emf"/><Relationship Id="rId17" Type="http://schemas.openxmlformats.org/officeDocument/2006/relationships/image" Target="../media/image85.emf"/><Relationship Id="rId25" Type="http://schemas.openxmlformats.org/officeDocument/2006/relationships/image" Target="../media/image93.emf"/><Relationship Id="rId33" Type="http://schemas.openxmlformats.org/officeDocument/2006/relationships/image" Target="../media/image101.emf"/><Relationship Id="rId2" Type="http://schemas.openxmlformats.org/officeDocument/2006/relationships/image" Target="../media/image70.emf"/><Relationship Id="rId16" Type="http://schemas.openxmlformats.org/officeDocument/2006/relationships/image" Target="../media/image84.emf"/><Relationship Id="rId20" Type="http://schemas.openxmlformats.org/officeDocument/2006/relationships/image" Target="../media/image88.emf"/><Relationship Id="rId29" Type="http://schemas.openxmlformats.org/officeDocument/2006/relationships/image" Target="../media/image9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4.emf"/><Relationship Id="rId11" Type="http://schemas.openxmlformats.org/officeDocument/2006/relationships/image" Target="../media/image79.emf"/><Relationship Id="rId24" Type="http://schemas.openxmlformats.org/officeDocument/2006/relationships/image" Target="../media/image92.emf"/><Relationship Id="rId32" Type="http://schemas.openxmlformats.org/officeDocument/2006/relationships/image" Target="../media/image100.emf"/><Relationship Id="rId5" Type="http://schemas.openxmlformats.org/officeDocument/2006/relationships/image" Target="../media/image73.emf"/><Relationship Id="rId15" Type="http://schemas.openxmlformats.org/officeDocument/2006/relationships/image" Target="../media/image83.emf"/><Relationship Id="rId23" Type="http://schemas.openxmlformats.org/officeDocument/2006/relationships/image" Target="../media/image91.emf"/><Relationship Id="rId28" Type="http://schemas.openxmlformats.org/officeDocument/2006/relationships/image" Target="../media/image96.emf"/><Relationship Id="rId10" Type="http://schemas.openxmlformats.org/officeDocument/2006/relationships/image" Target="../media/image78.emf"/><Relationship Id="rId19" Type="http://schemas.openxmlformats.org/officeDocument/2006/relationships/image" Target="../media/image87.emf"/><Relationship Id="rId31" Type="http://schemas.openxmlformats.org/officeDocument/2006/relationships/image" Target="../media/image99.emf"/><Relationship Id="rId4" Type="http://schemas.openxmlformats.org/officeDocument/2006/relationships/image" Target="../media/image72.emf"/><Relationship Id="rId9" Type="http://schemas.openxmlformats.org/officeDocument/2006/relationships/image" Target="../media/image77.emf"/><Relationship Id="rId14" Type="http://schemas.openxmlformats.org/officeDocument/2006/relationships/image" Target="../media/image82.emf"/><Relationship Id="rId22" Type="http://schemas.openxmlformats.org/officeDocument/2006/relationships/image" Target="../media/image90.emf"/><Relationship Id="rId27" Type="http://schemas.openxmlformats.org/officeDocument/2006/relationships/image" Target="../media/image95.emf"/><Relationship Id="rId30" Type="http://schemas.openxmlformats.org/officeDocument/2006/relationships/image" Target="../media/image98.emf"/><Relationship Id="rId8" Type="http://schemas.openxmlformats.org/officeDocument/2006/relationships/image" Target="../media/image76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emf"/><Relationship Id="rId18" Type="http://schemas.openxmlformats.org/officeDocument/2006/relationships/image" Target="../media/image120.emf"/><Relationship Id="rId26" Type="http://schemas.openxmlformats.org/officeDocument/2006/relationships/image" Target="../media/image128.emf"/><Relationship Id="rId3" Type="http://schemas.openxmlformats.org/officeDocument/2006/relationships/image" Target="../media/image105.emf"/><Relationship Id="rId21" Type="http://schemas.openxmlformats.org/officeDocument/2006/relationships/image" Target="../media/image123.emf"/><Relationship Id="rId7" Type="http://schemas.openxmlformats.org/officeDocument/2006/relationships/image" Target="../media/image109.emf"/><Relationship Id="rId12" Type="http://schemas.openxmlformats.org/officeDocument/2006/relationships/image" Target="../media/image114.emf"/><Relationship Id="rId17" Type="http://schemas.openxmlformats.org/officeDocument/2006/relationships/image" Target="../media/image119.emf"/><Relationship Id="rId25" Type="http://schemas.openxmlformats.org/officeDocument/2006/relationships/image" Target="../media/image127.emf"/><Relationship Id="rId33" Type="http://schemas.openxmlformats.org/officeDocument/2006/relationships/image" Target="../media/image135.emf"/><Relationship Id="rId2" Type="http://schemas.openxmlformats.org/officeDocument/2006/relationships/image" Target="../media/image104.emf"/><Relationship Id="rId16" Type="http://schemas.openxmlformats.org/officeDocument/2006/relationships/image" Target="../media/image118.emf"/><Relationship Id="rId20" Type="http://schemas.openxmlformats.org/officeDocument/2006/relationships/image" Target="../media/image122.emf"/><Relationship Id="rId29" Type="http://schemas.openxmlformats.org/officeDocument/2006/relationships/image" Target="../media/image131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8.emf"/><Relationship Id="rId11" Type="http://schemas.openxmlformats.org/officeDocument/2006/relationships/image" Target="../media/image113.emf"/><Relationship Id="rId24" Type="http://schemas.openxmlformats.org/officeDocument/2006/relationships/image" Target="../media/image126.emf"/><Relationship Id="rId32" Type="http://schemas.openxmlformats.org/officeDocument/2006/relationships/image" Target="../media/image134.emf"/><Relationship Id="rId5" Type="http://schemas.openxmlformats.org/officeDocument/2006/relationships/image" Target="../media/image107.emf"/><Relationship Id="rId15" Type="http://schemas.openxmlformats.org/officeDocument/2006/relationships/image" Target="../media/image117.emf"/><Relationship Id="rId23" Type="http://schemas.openxmlformats.org/officeDocument/2006/relationships/image" Target="../media/image125.emf"/><Relationship Id="rId28" Type="http://schemas.openxmlformats.org/officeDocument/2006/relationships/image" Target="../media/image130.emf"/><Relationship Id="rId10" Type="http://schemas.openxmlformats.org/officeDocument/2006/relationships/image" Target="../media/image112.emf"/><Relationship Id="rId19" Type="http://schemas.openxmlformats.org/officeDocument/2006/relationships/image" Target="../media/image121.emf"/><Relationship Id="rId31" Type="http://schemas.openxmlformats.org/officeDocument/2006/relationships/image" Target="../media/image133.emf"/><Relationship Id="rId4" Type="http://schemas.openxmlformats.org/officeDocument/2006/relationships/image" Target="../media/image106.emf"/><Relationship Id="rId9" Type="http://schemas.openxmlformats.org/officeDocument/2006/relationships/image" Target="../media/image111.emf"/><Relationship Id="rId14" Type="http://schemas.openxmlformats.org/officeDocument/2006/relationships/image" Target="../media/image116.emf"/><Relationship Id="rId22" Type="http://schemas.openxmlformats.org/officeDocument/2006/relationships/image" Target="../media/image124.emf"/><Relationship Id="rId27" Type="http://schemas.openxmlformats.org/officeDocument/2006/relationships/image" Target="../media/image129.emf"/><Relationship Id="rId30" Type="http://schemas.openxmlformats.org/officeDocument/2006/relationships/image" Target="../media/image132.emf"/><Relationship Id="rId8" Type="http://schemas.openxmlformats.org/officeDocument/2006/relationships/image" Target="../media/image110.emf"/></Relationships>
</file>

<file path=ppt/slideLayouts/_rels/slideLayout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7.emf"/><Relationship Id="rId18" Type="http://schemas.openxmlformats.org/officeDocument/2006/relationships/image" Target="../media/image152.emf"/><Relationship Id="rId26" Type="http://schemas.openxmlformats.org/officeDocument/2006/relationships/image" Target="../media/image160.emf"/><Relationship Id="rId3" Type="http://schemas.openxmlformats.org/officeDocument/2006/relationships/image" Target="../media/image137.emf"/><Relationship Id="rId21" Type="http://schemas.openxmlformats.org/officeDocument/2006/relationships/image" Target="../media/image155.emf"/><Relationship Id="rId7" Type="http://schemas.openxmlformats.org/officeDocument/2006/relationships/image" Target="../media/image141.emf"/><Relationship Id="rId12" Type="http://schemas.openxmlformats.org/officeDocument/2006/relationships/image" Target="../media/image146.emf"/><Relationship Id="rId17" Type="http://schemas.openxmlformats.org/officeDocument/2006/relationships/image" Target="../media/image151.emf"/><Relationship Id="rId25" Type="http://schemas.openxmlformats.org/officeDocument/2006/relationships/image" Target="../media/image159.emf"/><Relationship Id="rId33" Type="http://schemas.openxmlformats.org/officeDocument/2006/relationships/image" Target="../media/image167.emf"/><Relationship Id="rId2" Type="http://schemas.openxmlformats.org/officeDocument/2006/relationships/image" Target="../media/image136.emf"/><Relationship Id="rId16" Type="http://schemas.openxmlformats.org/officeDocument/2006/relationships/image" Target="../media/image150.emf"/><Relationship Id="rId20" Type="http://schemas.openxmlformats.org/officeDocument/2006/relationships/image" Target="../media/image154.emf"/><Relationship Id="rId29" Type="http://schemas.openxmlformats.org/officeDocument/2006/relationships/image" Target="../media/image163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40.emf"/><Relationship Id="rId11" Type="http://schemas.openxmlformats.org/officeDocument/2006/relationships/image" Target="../media/image145.emf"/><Relationship Id="rId24" Type="http://schemas.openxmlformats.org/officeDocument/2006/relationships/image" Target="../media/image158.emf"/><Relationship Id="rId32" Type="http://schemas.openxmlformats.org/officeDocument/2006/relationships/image" Target="../media/image166.emf"/><Relationship Id="rId5" Type="http://schemas.openxmlformats.org/officeDocument/2006/relationships/image" Target="../media/image139.emf"/><Relationship Id="rId15" Type="http://schemas.openxmlformats.org/officeDocument/2006/relationships/image" Target="../media/image149.emf"/><Relationship Id="rId23" Type="http://schemas.openxmlformats.org/officeDocument/2006/relationships/image" Target="../media/image157.emf"/><Relationship Id="rId28" Type="http://schemas.openxmlformats.org/officeDocument/2006/relationships/image" Target="../media/image162.emf"/><Relationship Id="rId10" Type="http://schemas.openxmlformats.org/officeDocument/2006/relationships/image" Target="../media/image144.emf"/><Relationship Id="rId19" Type="http://schemas.openxmlformats.org/officeDocument/2006/relationships/image" Target="../media/image153.emf"/><Relationship Id="rId31" Type="http://schemas.openxmlformats.org/officeDocument/2006/relationships/image" Target="../media/image165.emf"/><Relationship Id="rId4" Type="http://schemas.openxmlformats.org/officeDocument/2006/relationships/image" Target="../media/image138.emf"/><Relationship Id="rId9" Type="http://schemas.openxmlformats.org/officeDocument/2006/relationships/image" Target="../media/image143.emf"/><Relationship Id="rId14" Type="http://schemas.openxmlformats.org/officeDocument/2006/relationships/image" Target="../media/image148.emf"/><Relationship Id="rId22" Type="http://schemas.openxmlformats.org/officeDocument/2006/relationships/image" Target="../media/image156.emf"/><Relationship Id="rId27" Type="http://schemas.openxmlformats.org/officeDocument/2006/relationships/image" Target="../media/image161.emf"/><Relationship Id="rId30" Type="http://schemas.openxmlformats.org/officeDocument/2006/relationships/image" Target="../media/image164.emf"/><Relationship Id="rId8" Type="http://schemas.openxmlformats.org/officeDocument/2006/relationships/image" Target="../media/image142.emf"/></Relationships>
</file>

<file path=ppt/slideLayouts/_rels/slideLayout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9.emf"/><Relationship Id="rId18" Type="http://schemas.openxmlformats.org/officeDocument/2006/relationships/image" Target="../media/image184.emf"/><Relationship Id="rId26" Type="http://schemas.openxmlformats.org/officeDocument/2006/relationships/image" Target="../media/image192.emf"/><Relationship Id="rId3" Type="http://schemas.openxmlformats.org/officeDocument/2006/relationships/image" Target="../media/image169.emf"/><Relationship Id="rId21" Type="http://schemas.openxmlformats.org/officeDocument/2006/relationships/image" Target="../media/image187.emf"/><Relationship Id="rId7" Type="http://schemas.openxmlformats.org/officeDocument/2006/relationships/image" Target="../media/image173.emf"/><Relationship Id="rId12" Type="http://schemas.openxmlformats.org/officeDocument/2006/relationships/image" Target="../media/image178.emf"/><Relationship Id="rId17" Type="http://schemas.openxmlformats.org/officeDocument/2006/relationships/image" Target="../media/image183.emf"/><Relationship Id="rId25" Type="http://schemas.openxmlformats.org/officeDocument/2006/relationships/image" Target="../media/image191.emf"/><Relationship Id="rId33" Type="http://schemas.openxmlformats.org/officeDocument/2006/relationships/image" Target="../media/image199.emf"/><Relationship Id="rId2" Type="http://schemas.openxmlformats.org/officeDocument/2006/relationships/image" Target="../media/image168.emf"/><Relationship Id="rId16" Type="http://schemas.openxmlformats.org/officeDocument/2006/relationships/image" Target="../media/image182.emf"/><Relationship Id="rId20" Type="http://schemas.openxmlformats.org/officeDocument/2006/relationships/image" Target="../media/image186.emf"/><Relationship Id="rId29" Type="http://schemas.openxmlformats.org/officeDocument/2006/relationships/image" Target="../media/image195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72.emf"/><Relationship Id="rId11" Type="http://schemas.openxmlformats.org/officeDocument/2006/relationships/image" Target="../media/image177.emf"/><Relationship Id="rId24" Type="http://schemas.openxmlformats.org/officeDocument/2006/relationships/image" Target="../media/image190.emf"/><Relationship Id="rId32" Type="http://schemas.openxmlformats.org/officeDocument/2006/relationships/image" Target="../media/image198.emf"/><Relationship Id="rId5" Type="http://schemas.openxmlformats.org/officeDocument/2006/relationships/image" Target="../media/image171.emf"/><Relationship Id="rId15" Type="http://schemas.openxmlformats.org/officeDocument/2006/relationships/image" Target="../media/image181.emf"/><Relationship Id="rId23" Type="http://schemas.openxmlformats.org/officeDocument/2006/relationships/image" Target="../media/image189.emf"/><Relationship Id="rId28" Type="http://schemas.openxmlformats.org/officeDocument/2006/relationships/image" Target="../media/image194.emf"/><Relationship Id="rId10" Type="http://schemas.openxmlformats.org/officeDocument/2006/relationships/image" Target="../media/image176.emf"/><Relationship Id="rId19" Type="http://schemas.openxmlformats.org/officeDocument/2006/relationships/image" Target="../media/image185.emf"/><Relationship Id="rId31" Type="http://schemas.openxmlformats.org/officeDocument/2006/relationships/image" Target="../media/image197.emf"/><Relationship Id="rId4" Type="http://schemas.openxmlformats.org/officeDocument/2006/relationships/image" Target="../media/image170.emf"/><Relationship Id="rId9" Type="http://schemas.openxmlformats.org/officeDocument/2006/relationships/image" Target="../media/image175.emf"/><Relationship Id="rId14" Type="http://schemas.openxmlformats.org/officeDocument/2006/relationships/image" Target="../media/image180.emf"/><Relationship Id="rId22" Type="http://schemas.openxmlformats.org/officeDocument/2006/relationships/image" Target="../media/image188.emf"/><Relationship Id="rId27" Type="http://schemas.openxmlformats.org/officeDocument/2006/relationships/image" Target="../media/image193.emf"/><Relationship Id="rId30" Type="http://schemas.openxmlformats.org/officeDocument/2006/relationships/image" Target="../media/image196.emf"/><Relationship Id="rId8" Type="http://schemas.openxmlformats.org/officeDocument/2006/relationships/image" Target="../media/image174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emf"/><Relationship Id="rId18" Type="http://schemas.openxmlformats.org/officeDocument/2006/relationships/image" Target="../media/image22.emf"/><Relationship Id="rId26" Type="http://schemas.openxmlformats.org/officeDocument/2006/relationships/image" Target="../media/image30.emf"/><Relationship Id="rId3" Type="http://schemas.openxmlformats.org/officeDocument/2006/relationships/image" Target="../media/image7.emf"/><Relationship Id="rId21" Type="http://schemas.openxmlformats.org/officeDocument/2006/relationships/image" Target="../media/image25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17" Type="http://schemas.openxmlformats.org/officeDocument/2006/relationships/image" Target="../media/image21.emf"/><Relationship Id="rId25" Type="http://schemas.openxmlformats.org/officeDocument/2006/relationships/image" Target="../media/image29.emf"/><Relationship Id="rId33" Type="http://schemas.openxmlformats.org/officeDocument/2006/relationships/image" Target="../media/image37.emf"/><Relationship Id="rId2" Type="http://schemas.openxmlformats.org/officeDocument/2006/relationships/image" Target="../media/image6.emf"/><Relationship Id="rId16" Type="http://schemas.openxmlformats.org/officeDocument/2006/relationships/image" Target="../media/image20.emf"/><Relationship Id="rId20" Type="http://schemas.openxmlformats.org/officeDocument/2006/relationships/image" Target="../media/image24.emf"/><Relationship Id="rId29" Type="http://schemas.openxmlformats.org/officeDocument/2006/relationships/image" Target="../media/image33.emf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24" Type="http://schemas.openxmlformats.org/officeDocument/2006/relationships/image" Target="../media/image28.emf"/><Relationship Id="rId32" Type="http://schemas.openxmlformats.org/officeDocument/2006/relationships/image" Target="../media/image36.emf"/><Relationship Id="rId5" Type="http://schemas.openxmlformats.org/officeDocument/2006/relationships/image" Target="../media/image9.emf"/><Relationship Id="rId15" Type="http://schemas.openxmlformats.org/officeDocument/2006/relationships/image" Target="../media/image19.emf"/><Relationship Id="rId23" Type="http://schemas.openxmlformats.org/officeDocument/2006/relationships/image" Target="../media/image27.emf"/><Relationship Id="rId28" Type="http://schemas.openxmlformats.org/officeDocument/2006/relationships/image" Target="../media/image32.emf"/><Relationship Id="rId10" Type="http://schemas.openxmlformats.org/officeDocument/2006/relationships/image" Target="../media/image14.emf"/><Relationship Id="rId19" Type="http://schemas.openxmlformats.org/officeDocument/2006/relationships/image" Target="../media/image23.emf"/><Relationship Id="rId31" Type="http://schemas.openxmlformats.org/officeDocument/2006/relationships/image" Target="../media/image35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Relationship Id="rId22" Type="http://schemas.openxmlformats.org/officeDocument/2006/relationships/image" Target="../media/image26.emf"/><Relationship Id="rId27" Type="http://schemas.openxmlformats.org/officeDocument/2006/relationships/image" Target="../media/image31.emf"/><Relationship Id="rId30" Type="http://schemas.openxmlformats.org/officeDocument/2006/relationships/image" Target="../media/image34.emf"/><Relationship Id="rId8" Type="http://schemas.openxmlformats.org/officeDocument/2006/relationships/image" Target="../media/image12.emf"/></Relationships>
</file>

<file path=ppt/slideLayouts/_rels/slideLayout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emf"/><Relationship Id="rId18" Type="http://schemas.openxmlformats.org/officeDocument/2006/relationships/image" Target="../media/image54.emf"/><Relationship Id="rId26" Type="http://schemas.openxmlformats.org/officeDocument/2006/relationships/image" Target="../media/image62.emf"/><Relationship Id="rId3" Type="http://schemas.openxmlformats.org/officeDocument/2006/relationships/image" Target="../media/image39.emf"/><Relationship Id="rId21" Type="http://schemas.openxmlformats.org/officeDocument/2006/relationships/image" Target="../media/image57.emf"/><Relationship Id="rId7" Type="http://schemas.openxmlformats.org/officeDocument/2006/relationships/image" Target="../media/image43.emf"/><Relationship Id="rId12" Type="http://schemas.openxmlformats.org/officeDocument/2006/relationships/image" Target="../media/image48.emf"/><Relationship Id="rId17" Type="http://schemas.openxmlformats.org/officeDocument/2006/relationships/image" Target="../media/image53.emf"/><Relationship Id="rId25" Type="http://schemas.openxmlformats.org/officeDocument/2006/relationships/image" Target="../media/image61.emf"/><Relationship Id="rId33" Type="http://schemas.openxmlformats.org/officeDocument/2006/relationships/image" Target="../media/image69.emf"/><Relationship Id="rId2" Type="http://schemas.openxmlformats.org/officeDocument/2006/relationships/image" Target="../media/image38.emf"/><Relationship Id="rId16" Type="http://schemas.openxmlformats.org/officeDocument/2006/relationships/image" Target="../media/image52.emf"/><Relationship Id="rId20" Type="http://schemas.openxmlformats.org/officeDocument/2006/relationships/image" Target="../media/image56.emf"/><Relationship Id="rId29" Type="http://schemas.openxmlformats.org/officeDocument/2006/relationships/image" Target="../media/image65.emf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24" Type="http://schemas.openxmlformats.org/officeDocument/2006/relationships/image" Target="../media/image60.emf"/><Relationship Id="rId32" Type="http://schemas.openxmlformats.org/officeDocument/2006/relationships/image" Target="../media/image68.emf"/><Relationship Id="rId5" Type="http://schemas.openxmlformats.org/officeDocument/2006/relationships/image" Target="../media/image41.emf"/><Relationship Id="rId15" Type="http://schemas.openxmlformats.org/officeDocument/2006/relationships/image" Target="../media/image51.emf"/><Relationship Id="rId23" Type="http://schemas.openxmlformats.org/officeDocument/2006/relationships/image" Target="../media/image59.emf"/><Relationship Id="rId28" Type="http://schemas.openxmlformats.org/officeDocument/2006/relationships/image" Target="../media/image64.emf"/><Relationship Id="rId10" Type="http://schemas.openxmlformats.org/officeDocument/2006/relationships/image" Target="../media/image46.emf"/><Relationship Id="rId19" Type="http://schemas.openxmlformats.org/officeDocument/2006/relationships/image" Target="../media/image55.emf"/><Relationship Id="rId31" Type="http://schemas.openxmlformats.org/officeDocument/2006/relationships/image" Target="../media/image67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Relationship Id="rId14" Type="http://schemas.openxmlformats.org/officeDocument/2006/relationships/image" Target="../media/image50.emf"/><Relationship Id="rId22" Type="http://schemas.openxmlformats.org/officeDocument/2006/relationships/image" Target="../media/image58.emf"/><Relationship Id="rId27" Type="http://schemas.openxmlformats.org/officeDocument/2006/relationships/image" Target="../media/image63.emf"/><Relationship Id="rId30" Type="http://schemas.openxmlformats.org/officeDocument/2006/relationships/image" Target="../media/image66.emf"/><Relationship Id="rId8" Type="http://schemas.openxmlformats.org/officeDocument/2006/relationships/image" Target="../media/image44.emf"/></Relationships>
</file>

<file path=ppt/slideLayouts/_rels/slideLayout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emf"/><Relationship Id="rId18" Type="http://schemas.openxmlformats.org/officeDocument/2006/relationships/image" Target="../media/image86.emf"/><Relationship Id="rId26" Type="http://schemas.openxmlformats.org/officeDocument/2006/relationships/image" Target="../media/image94.emf"/><Relationship Id="rId3" Type="http://schemas.openxmlformats.org/officeDocument/2006/relationships/image" Target="../media/image71.emf"/><Relationship Id="rId21" Type="http://schemas.openxmlformats.org/officeDocument/2006/relationships/image" Target="../media/image89.emf"/><Relationship Id="rId7" Type="http://schemas.openxmlformats.org/officeDocument/2006/relationships/image" Target="../media/image75.emf"/><Relationship Id="rId12" Type="http://schemas.openxmlformats.org/officeDocument/2006/relationships/image" Target="../media/image80.emf"/><Relationship Id="rId17" Type="http://schemas.openxmlformats.org/officeDocument/2006/relationships/image" Target="../media/image85.emf"/><Relationship Id="rId25" Type="http://schemas.openxmlformats.org/officeDocument/2006/relationships/image" Target="../media/image93.emf"/><Relationship Id="rId33" Type="http://schemas.openxmlformats.org/officeDocument/2006/relationships/image" Target="../media/image101.emf"/><Relationship Id="rId2" Type="http://schemas.openxmlformats.org/officeDocument/2006/relationships/image" Target="../media/image70.emf"/><Relationship Id="rId16" Type="http://schemas.openxmlformats.org/officeDocument/2006/relationships/image" Target="../media/image84.emf"/><Relationship Id="rId20" Type="http://schemas.openxmlformats.org/officeDocument/2006/relationships/image" Target="../media/image88.emf"/><Relationship Id="rId29" Type="http://schemas.openxmlformats.org/officeDocument/2006/relationships/image" Target="../media/image97.emf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4.emf"/><Relationship Id="rId11" Type="http://schemas.openxmlformats.org/officeDocument/2006/relationships/image" Target="../media/image79.emf"/><Relationship Id="rId24" Type="http://schemas.openxmlformats.org/officeDocument/2006/relationships/image" Target="../media/image92.emf"/><Relationship Id="rId32" Type="http://schemas.openxmlformats.org/officeDocument/2006/relationships/image" Target="../media/image100.emf"/><Relationship Id="rId5" Type="http://schemas.openxmlformats.org/officeDocument/2006/relationships/image" Target="../media/image73.emf"/><Relationship Id="rId15" Type="http://schemas.openxmlformats.org/officeDocument/2006/relationships/image" Target="../media/image83.emf"/><Relationship Id="rId23" Type="http://schemas.openxmlformats.org/officeDocument/2006/relationships/image" Target="../media/image91.emf"/><Relationship Id="rId28" Type="http://schemas.openxmlformats.org/officeDocument/2006/relationships/image" Target="../media/image96.emf"/><Relationship Id="rId10" Type="http://schemas.openxmlformats.org/officeDocument/2006/relationships/image" Target="../media/image78.emf"/><Relationship Id="rId19" Type="http://schemas.openxmlformats.org/officeDocument/2006/relationships/image" Target="../media/image87.emf"/><Relationship Id="rId31" Type="http://schemas.openxmlformats.org/officeDocument/2006/relationships/image" Target="../media/image99.emf"/><Relationship Id="rId4" Type="http://schemas.openxmlformats.org/officeDocument/2006/relationships/image" Target="../media/image72.emf"/><Relationship Id="rId9" Type="http://schemas.openxmlformats.org/officeDocument/2006/relationships/image" Target="../media/image77.emf"/><Relationship Id="rId14" Type="http://schemas.openxmlformats.org/officeDocument/2006/relationships/image" Target="../media/image82.emf"/><Relationship Id="rId22" Type="http://schemas.openxmlformats.org/officeDocument/2006/relationships/image" Target="../media/image90.emf"/><Relationship Id="rId27" Type="http://schemas.openxmlformats.org/officeDocument/2006/relationships/image" Target="../media/image95.emf"/><Relationship Id="rId30" Type="http://schemas.openxmlformats.org/officeDocument/2006/relationships/image" Target="../media/image98.emf"/><Relationship Id="rId8" Type="http://schemas.openxmlformats.org/officeDocument/2006/relationships/image" Target="../media/image76.emf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emf"/><Relationship Id="rId18" Type="http://schemas.openxmlformats.org/officeDocument/2006/relationships/image" Target="../media/image120.emf"/><Relationship Id="rId26" Type="http://schemas.openxmlformats.org/officeDocument/2006/relationships/image" Target="../media/image128.emf"/><Relationship Id="rId3" Type="http://schemas.openxmlformats.org/officeDocument/2006/relationships/image" Target="../media/image105.emf"/><Relationship Id="rId21" Type="http://schemas.openxmlformats.org/officeDocument/2006/relationships/image" Target="../media/image123.emf"/><Relationship Id="rId7" Type="http://schemas.openxmlformats.org/officeDocument/2006/relationships/image" Target="../media/image109.emf"/><Relationship Id="rId12" Type="http://schemas.openxmlformats.org/officeDocument/2006/relationships/image" Target="../media/image114.emf"/><Relationship Id="rId17" Type="http://schemas.openxmlformats.org/officeDocument/2006/relationships/image" Target="../media/image119.emf"/><Relationship Id="rId25" Type="http://schemas.openxmlformats.org/officeDocument/2006/relationships/image" Target="../media/image127.emf"/><Relationship Id="rId33" Type="http://schemas.openxmlformats.org/officeDocument/2006/relationships/image" Target="../media/image135.emf"/><Relationship Id="rId2" Type="http://schemas.openxmlformats.org/officeDocument/2006/relationships/image" Target="../media/image104.emf"/><Relationship Id="rId16" Type="http://schemas.openxmlformats.org/officeDocument/2006/relationships/image" Target="../media/image118.emf"/><Relationship Id="rId20" Type="http://schemas.openxmlformats.org/officeDocument/2006/relationships/image" Target="../media/image122.emf"/><Relationship Id="rId29" Type="http://schemas.openxmlformats.org/officeDocument/2006/relationships/image" Target="../media/image131.emf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8.emf"/><Relationship Id="rId11" Type="http://schemas.openxmlformats.org/officeDocument/2006/relationships/image" Target="../media/image113.emf"/><Relationship Id="rId24" Type="http://schemas.openxmlformats.org/officeDocument/2006/relationships/image" Target="../media/image126.emf"/><Relationship Id="rId32" Type="http://schemas.openxmlformats.org/officeDocument/2006/relationships/image" Target="../media/image134.emf"/><Relationship Id="rId5" Type="http://schemas.openxmlformats.org/officeDocument/2006/relationships/image" Target="../media/image107.emf"/><Relationship Id="rId15" Type="http://schemas.openxmlformats.org/officeDocument/2006/relationships/image" Target="../media/image117.emf"/><Relationship Id="rId23" Type="http://schemas.openxmlformats.org/officeDocument/2006/relationships/image" Target="../media/image125.emf"/><Relationship Id="rId28" Type="http://schemas.openxmlformats.org/officeDocument/2006/relationships/image" Target="../media/image130.emf"/><Relationship Id="rId10" Type="http://schemas.openxmlformats.org/officeDocument/2006/relationships/image" Target="../media/image112.emf"/><Relationship Id="rId19" Type="http://schemas.openxmlformats.org/officeDocument/2006/relationships/image" Target="../media/image121.emf"/><Relationship Id="rId31" Type="http://schemas.openxmlformats.org/officeDocument/2006/relationships/image" Target="../media/image133.emf"/><Relationship Id="rId4" Type="http://schemas.openxmlformats.org/officeDocument/2006/relationships/image" Target="../media/image106.emf"/><Relationship Id="rId9" Type="http://schemas.openxmlformats.org/officeDocument/2006/relationships/image" Target="../media/image111.emf"/><Relationship Id="rId14" Type="http://schemas.openxmlformats.org/officeDocument/2006/relationships/image" Target="../media/image116.emf"/><Relationship Id="rId22" Type="http://schemas.openxmlformats.org/officeDocument/2006/relationships/image" Target="../media/image124.emf"/><Relationship Id="rId27" Type="http://schemas.openxmlformats.org/officeDocument/2006/relationships/image" Target="../media/image129.emf"/><Relationship Id="rId30" Type="http://schemas.openxmlformats.org/officeDocument/2006/relationships/image" Target="../media/image132.emf"/><Relationship Id="rId8" Type="http://schemas.openxmlformats.org/officeDocument/2006/relationships/image" Target="../media/image110.emf"/></Relationships>
</file>

<file path=ppt/slideLayouts/_rels/slideLayout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7.emf"/><Relationship Id="rId18" Type="http://schemas.openxmlformats.org/officeDocument/2006/relationships/image" Target="../media/image152.emf"/><Relationship Id="rId26" Type="http://schemas.openxmlformats.org/officeDocument/2006/relationships/image" Target="../media/image160.emf"/><Relationship Id="rId3" Type="http://schemas.openxmlformats.org/officeDocument/2006/relationships/image" Target="../media/image137.emf"/><Relationship Id="rId21" Type="http://schemas.openxmlformats.org/officeDocument/2006/relationships/image" Target="../media/image155.emf"/><Relationship Id="rId7" Type="http://schemas.openxmlformats.org/officeDocument/2006/relationships/image" Target="../media/image141.emf"/><Relationship Id="rId12" Type="http://schemas.openxmlformats.org/officeDocument/2006/relationships/image" Target="../media/image146.emf"/><Relationship Id="rId17" Type="http://schemas.openxmlformats.org/officeDocument/2006/relationships/image" Target="../media/image151.emf"/><Relationship Id="rId25" Type="http://schemas.openxmlformats.org/officeDocument/2006/relationships/image" Target="../media/image159.emf"/><Relationship Id="rId33" Type="http://schemas.openxmlformats.org/officeDocument/2006/relationships/image" Target="../media/image167.emf"/><Relationship Id="rId2" Type="http://schemas.openxmlformats.org/officeDocument/2006/relationships/image" Target="../media/image136.emf"/><Relationship Id="rId16" Type="http://schemas.openxmlformats.org/officeDocument/2006/relationships/image" Target="../media/image150.emf"/><Relationship Id="rId20" Type="http://schemas.openxmlformats.org/officeDocument/2006/relationships/image" Target="../media/image154.emf"/><Relationship Id="rId29" Type="http://schemas.openxmlformats.org/officeDocument/2006/relationships/image" Target="../media/image163.emf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40.emf"/><Relationship Id="rId11" Type="http://schemas.openxmlformats.org/officeDocument/2006/relationships/image" Target="../media/image145.emf"/><Relationship Id="rId24" Type="http://schemas.openxmlformats.org/officeDocument/2006/relationships/image" Target="../media/image158.emf"/><Relationship Id="rId32" Type="http://schemas.openxmlformats.org/officeDocument/2006/relationships/image" Target="../media/image166.emf"/><Relationship Id="rId5" Type="http://schemas.openxmlformats.org/officeDocument/2006/relationships/image" Target="../media/image139.emf"/><Relationship Id="rId15" Type="http://schemas.openxmlformats.org/officeDocument/2006/relationships/image" Target="../media/image149.emf"/><Relationship Id="rId23" Type="http://schemas.openxmlformats.org/officeDocument/2006/relationships/image" Target="../media/image157.emf"/><Relationship Id="rId28" Type="http://schemas.openxmlformats.org/officeDocument/2006/relationships/image" Target="../media/image162.emf"/><Relationship Id="rId10" Type="http://schemas.openxmlformats.org/officeDocument/2006/relationships/image" Target="../media/image144.emf"/><Relationship Id="rId19" Type="http://schemas.openxmlformats.org/officeDocument/2006/relationships/image" Target="../media/image153.emf"/><Relationship Id="rId31" Type="http://schemas.openxmlformats.org/officeDocument/2006/relationships/image" Target="../media/image165.emf"/><Relationship Id="rId4" Type="http://schemas.openxmlformats.org/officeDocument/2006/relationships/image" Target="../media/image138.emf"/><Relationship Id="rId9" Type="http://schemas.openxmlformats.org/officeDocument/2006/relationships/image" Target="../media/image143.emf"/><Relationship Id="rId14" Type="http://schemas.openxmlformats.org/officeDocument/2006/relationships/image" Target="../media/image148.emf"/><Relationship Id="rId22" Type="http://schemas.openxmlformats.org/officeDocument/2006/relationships/image" Target="../media/image156.emf"/><Relationship Id="rId27" Type="http://schemas.openxmlformats.org/officeDocument/2006/relationships/image" Target="../media/image161.emf"/><Relationship Id="rId30" Type="http://schemas.openxmlformats.org/officeDocument/2006/relationships/image" Target="../media/image164.emf"/><Relationship Id="rId8" Type="http://schemas.openxmlformats.org/officeDocument/2006/relationships/image" Target="../media/image142.emf"/></Relationships>
</file>

<file path=ppt/slideLayouts/_rels/slideLayout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9.emf"/><Relationship Id="rId18" Type="http://schemas.openxmlformats.org/officeDocument/2006/relationships/image" Target="../media/image184.emf"/><Relationship Id="rId26" Type="http://schemas.openxmlformats.org/officeDocument/2006/relationships/image" Target="../media/image192.emf"/><Relationship Id="rId3" Type="http://schemas.openxmlformats.org/officeDocument/2006/relationships/image" Target="../media/image169.emf"/><Relationship Id="rId21" Type="http://schemas.openxmlformats.org/officeDocument/2006/relationships/image" Target="../media/image187.emf"/><Relationship Id="rId7" Type="http://schemas.openxmlformats.org/officeDocument/2006/relationships/image" Target="../media/image173.emf"/><Relationship Id="rId12" Type="http://schemas.openxmlformats.org/officeDocument/2006/relationships/image" Target="../media/image178.emf"/><Relationship Id="rId17" Type="http://schemas.openxmlformats.org/officeDocument/2006/relationships/image" Target="../media/image183.emf"/><Relationship Id="rId25" Type="http://schemas.openxmlformats.org/officeDocument/2006/relationships/image" Target="../media/image191.emf"/><Relationship Id="rId33" Type="http://schemas.openxmlformats.org/officeDocument/2006/relationships/image" Target="../media/image199.emf"/><Relationship Id="rId2" Type="http://schemas.openxmlformats.org/officeDocument/2006/relationships/image" Target="../media/image168.emf"/><Relationship Id="rId16" Type="http://schemas.openxmlformats.org/officeDocument/2006/relationships/image" Target="../media/image182.emf"/><Relationship Id="rId20" Type="http://schemas.openxmlformats.org/officeDocument/2006/relationships/image" Target="../media/image186.emf"/><Relationship Id="rId29" Type="http://schemas.openxmlformats.org/officeDocument/2006/relationships/image" Target="../media/image195.emf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72.emf"/><Relationship Id="rId11" Type="http://schemas.openxmlformats.org/officeDocument/2006/relationships/image" Target="../media/image177.emf"/><Relationship Id="rId24" Type="http://schemas.openxmlformats.org/officeDocument/2006/relationships/image" Target="../media/image190.emf"/><Relationship Id="rId32" Type="http://schemas.openxmlformats.org/officeDocument/2006/relationships/image" Target="../media/image198.emf"/><Relationship Id="rId5" Type="http://schemas.openxmlformats.org/officeDocument/2006/relationships/image" Target="../media/image171.emf"/><Relationship Id="rId15" Type="http://schemas.openxmlformats.org/officeDocument/2006/relationships/image" Target="../media/image181.emf"/><Relationship Id="rId23" Type="http://schemas.openxmlformats.org/officeDocument/2006/relationships/image" Target="../media/image189.emf"/><Relationship Id="rId28" Type="http://schemas.openxmlformats.org/officeDocument/2006/relationships/image" Target="../media/image194.emf"/><Relationship Id="rId10" Type="http://schemas.openxmlformats.org/officeDocument/2006/relationships/image" Target="../media/image176.emf"/><Relationship Id="rId19" Type="http://schemas.openxmlformats.org/officeDocument/2006/relationships/image" Target="../media/image185.emf"/><Relationship Id="rId31" Type="http://schemas.openxmlformats.org/officeDocument/2006/relationships/image" Target="../media/image197.emf"/><Relationship Id="rId4" Type="http://schemas.openxmlformats.org/officeDocument/2006/relationships/image" Target="../media/image170.emf"/><Relationship Id="rId9" Type="http://schemas.openxmlformats.org/officeDocument/2006/relationships/image" Target="../media/image175.emf"/><Relationship Id="rId14" Type="http://schemas.openxmlformats.org/officeDocument/2006/relationships/image" Target="../media/image180.emf"/><Relationship Id="rId22" Type="http://schemas.openxmlformats.org/officeDocument/2006/relationships/image" Target="../media/image188.emf"/><Relationship Id="rId27" Type="http://schemas.openxmlformats.org/officeDocument/2006/relationships/image" Target="../media/image193.emf"/><Relationship Id="rId30" Type="http://schemas.openxmlformats.org/officeDocument/2006/relationships/image" Target="../media/image196.emf"/><Relationship Id="rId8" Type="http://schemas.openxmlformats.org/officeDocument/2006/relationships/image" Target="../media/image174.emf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97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52D3-C4D4-C1E1-82DB-DF55E1134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A566D-B2D4-5C31-9700-428013289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8E01-9615-1118-36EB-C9C86553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AEFC3-40EB-42E0-B46D-25EF62BE925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30CCA-6A52-9E92-C459-A55F2287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37E94-0AEA-6052-28C4-D4DC7A6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C5ED-A575-40F7-91DE-0CD9F2CE4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8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1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514599"/>
            <a:ext cx="4543426" cy="68580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 b="1" i="0" spc="300" baseline="0">
                <a:ln>
                  <a:noFill/>
                </a:ln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 OF PRESENTATION</a:t>
            </a:r>
          </a:p>
          <a:p>
            <a:pPr lvl="0"/>
            <a:r>
              <a:rPr lang="en-US" dirty="0"/>
              <a:t>AND WHAT THIS IS ABOUT</a:t>
            </a:r>
          </a:p>
        </p:txBody>
      </p:sp>
      <p:sp>
        <p:nvSpPr>
          <p:cNvPr id="3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3327400"/>
            <a:ext cx="4271963" cy="95726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 spc="300" baseline="0">
                <a:ln>
                  <a:noFill/>
                </a:ln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WITH A SMALL SUB-HEAD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CF06203-5F8C-2541-AE27-92EEE0F4EC3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F0C85BA6-357D-0B42-BE4F-E601DD07071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</p:spTree>
    <p:extLst>
      <p:ext uri="{BB962C8B-B14F-4D97-AF65-F5344CB8AC3E}">
        <p14:creationId xmlns:p14="http://schemas.microsoft.com/office/powerpoint/2010/main" val="425034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918097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D8D975BA-D0DC-0D4A-B1B6-F616A2D4F06B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71B84A63-EDA9-B24B-A105-82A949BAB0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1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chemeClr val="accent1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9D8376A9-CF73-2844-AE41-E326B095028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05C3F91E-0D18-9647-B89F-469C10A4005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2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918097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11515B71-0052-7543-9A28-56F27327D4C7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5A38D63-EF50-1542-A849-D6AE0BA4DD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196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chemeClr val="accent1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1CE58E66-D04D-2C4C-ACB4-BDEEC4745AC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EA02C58-81D1-A848-871E-E11E789432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8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62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82B413A6-3CC7-FE4C-A0FB-EF7892C35FFD}" type="datetime1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EA02C58-81D1-A848-871E-E11E789432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5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82B413A6-3CC7-FE4C-A0FB-EF7892C35FFD}" type="datetime1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EA02C58-81D1-A848-871E-E11E789432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2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7493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0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9405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981853" y="1736755"/>
            <a:ext cx="592028" cy="4104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26952" y="5137471"/>
            <a:ext cx="584140" cy="5130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17274" y="5148373"/>
            <a:ext cx="513093" cy="3710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84769" y="5116485"/>
            <a:ext cx="489410" cy="4894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295066" y="5023056"/>
            <a:ext cx="299963" cy="6393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032133" y="5124378"/>
            <a:ext cx="678861" cy="4736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79740" y="5124378"/>
            <a:ext cx="457835" cy="5446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24494" y="4016975"/>
            <a:ext cx="481520" cy="3867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39259" y="4037302"/>
            <a:ext cx="355215" cy="3473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437009" y="3940531"/>
            <a:ext cx="339430" cy="57624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45301" y="3990009"/>
            <a:ext cx="568348" cy="41836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44788" y="3916850"/>
            <a:ext cx="749910" cy="52098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23555" y="3916850"/>
            <a:ext cx="481519" cy="62360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16437" y="4071120"/>
            <a:ext cx="615712" cy="37889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76833" y="3957841"/>
            <a:ext cx="394688" cy="4973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477132" y="5033913"/>
            <a:ext cx="576244" cy="59992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94272" y="2782719"/>
            <a:ext cx="284175" cy="5288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16083" y="2823397"/>
            <a:ext cx="497304" cy="49730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85700" y="2879183"/>
            <a:ext cx="442049" cy="36311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90570" y="2881385"/>
            <a:ext cx="457840" cy="37100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41772" y="2759332"/>
            <a:ext cx="584136" cy="58413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36126" y="2798508"/>
            <a:ext cx="489410" cy="49730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93224" y="2837969"/>
            <a:ext cx="457839" cy="45783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116303" y="2770184"/>
            <a:ext cx="315750" cy="56835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543898" y="5117265"/>
            <a:ext cx="307854" cy="52098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07442" y="1728213"/>
            <a:ext cx="457836" cy="41047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79232" y="1700584"/>
            <a:ext cx="371007" cy="4657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31905" y="1676904"/>
            <a:ext cx="520985" cy="51309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390036" y="1641382"/>
            <a:ext cx="260493" cy="58413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19218" y="1665066"/>
            <a:ext cx="639392" cy="53677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87633" y="1672598"/>
            <a:ext cx="449943" cy="44994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57277" y="1705180"/>
            <a:ext cx="513093" cy="4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88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6041" y="1498609"/>
            <a:ext cx="862438" cy="86968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903999" y="4926598"/>
            <a:ext cx="869686" cy="869686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8585" y="4901448"/>
            <a:ext cx="869686" cy="86968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4648" y="4918312"/>
            <a:ext cx="869686" cy="86968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3595" y="4921936"/>
            <a:ext cx="869686" cy="86243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5989" y="4908695"/>
            <a:ext cx="869686" cy="862438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7344" y="4948005"/>
            <a:ext cx="869686" cy="862438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35115" y="3764349"/>
            <a:ext cx="869686" cy="86968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29893" y="3781058"/>
            <a:ext cx="869686" cy="86968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5277" y="3785815"/>
            <a:ext cx="869686" cy="862438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0290" y="3785814"/>
            <a:ext cx="869686" cy="86243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5423" y="3771651"/>
            <a:ext cx="862438" cy="86968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9566" y="3782190"/>
            <a:ext cx="869686" cy="86968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85826" y="3772731"/>
            <a:ext cx="862438" cy="869686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39336" y="3772732"/>
            <a:ext cx="869686" cy="86968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34035" y="4942915"/>
            <a:ext cx="862438" cy="86968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2623868"/>
            <a:ext cx="869686" cy="869686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3991" y="2624780"/>
            <a:ext cx="862438" cy="86968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1882" y="2624780"/>
            <a:ext cx="869686" cy="869686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9709" y="2621744"/>
            <a:ext cx="869686" cy="869686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0205" y="2617307"/>
            <a:ext cx="869686" cy="869686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2529" y="2623197"/>
            <a:ext cx="869686" cy="86968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9747" y="2624780"/>
            <a:ext cx="869686" cy="869686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6584" y="2624780"/>
            <a:ext cx="862438" cy="869686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62982" y="4942915"/>
            <a:ext cx="869686" cy="869686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4670" y="1505857"/>
            <a:ext cx="869686" cy="862438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43195" y="1498609"/>
            <a:ext cx="862438" cy="869686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1882" y="1491361"/>
            <a:ext cx="869686" cy="869686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0513" y="1498609"/>
            <a:ext cx="869686" cy="869686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998997" y="1495075"/>
            <a:ext cx="869686" cy="86968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7831" y="1498609"/>
            <a:ext cx="869686" cy="862438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3944" y="1491361"/>
            <a:ext cx="869686" cy="86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31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7199" y="1490096"/>
            <a:ext cx="886709" cy="88671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9788" y="4908695"/>
            <a:ext cx="886709" cy="886711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7199" y="4897003"/>
            <a:ext cx="886709" cy="886711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4711" y="4908695"/>
            <a:ext cx="886709" cy="886711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2607" y="4908695"/>
            <a:ext cx="886709" cy="886711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0153" y="4897002"/>
            <a:ext cx="886709" cy="886711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1" y="4940658"/>
            <a:ext cx="886709" cy="886711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21899" y="3754627"/>
            <a:ext cx="886709" cy="886711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27760" y="3772545"/>
            <a:ext cx="886709" cy="88671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2" y="3761542"/>
            <a:ext cx="886709" cy="886711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72163" y="3772545"/>
            <a:ext cx="886709" cy="886711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1693" y="3772545"/>
            <a:ext cx="886709" cy="886711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0154" y="3761542"/>
            <a:ext cx="886709" cy="886711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0690" y="3772545"/>
            <a:ext cx="893919" cy="886711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7199" y="3772545"/>
            <a:ext cx="886709" cy="886711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16949" y="4940658"/>
            <a:ext cx="893919" cy="886711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6" y="2605987"/>
            <a:ext cx="886709" cy="886711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7776" y="2597430"/>
            <a:ext cx="893919" cy="886711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3" y="2599353"/>
            <a:ext cx="886709" cy="886711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72164" y="2617307"/>
            <a:ext cx="886709" cy="886711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2607" y="2605987"/>
            <a:ext cx="886709" cy="886711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0198" y="2600283"/>
            <a:ext cx="886709" cy="886711"/>
          </a:xfrm>
          <a:prstGeom prst="rect">
            <a:avLst/>
          </a:prstGeom>
        </p:spPr>
      </p:pic>
      <p:pic>
        <p:nvPicPr>
          <p:cNvPr id="88" name="Picture 87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0048" y="2605987"/>
            <a:ext cx="886709" cy="886711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8200" y="2626991"/>
            <a:ext cx="886709" cy="886711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62982" y="4940658"/>
            <a:ext cx="893919" cy="886711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1491421"/>
            <a:ext cx="886709" cy="886711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8574" y="1490096"/>
            <a:ext cx="886709" cy="886711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4" y="1490096"/>
            <a:ext cx="886709" cy="886711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57042" y="1505857"/>
            <a:ext cx="886709" cy="886711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992121" y="1491361"/>
            <a:ext cx="886709" cy="886711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2529" y="1491361"/>
            <a:ext cx="886709" cy="886711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77608" y="1491361"/>
            <a:ext cx="886709" cy="88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86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52D3-C4D4-C1E1-82DB-DF55E1134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A566D-B2D4-5C31-9700-428013289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8E01-9615-1118-36EB-C9C86553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AEFC3-40EB-42E0-B46D-25EF62BE925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30CCA-6A52-9E92-C459-A55F2287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37E94-0AEA-6052-28C4-D4DC7A6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C5ED-A575-40F7-91DE-0CD9F2CE4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75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514599"/>
            <a:ext cx="4543426" cy="68580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 b="1" i="0" spc="300" baseline="0">
                <a:ln>
                  <a:noFill/>
                </a:ln>
                <a:solidFill>
                  <a:srgbClr val="F9F7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 OF PRESENTATION</a:t>
            </a:r>
          </a:p>
          <a:p>
            <a:pPr lvl="0"/>
            <a:r>
              <a:rPr lang="en-US" dirty="0"/>
              <a:t>AND WHAT THIS IS ABOUT</a:t>
            </a:r>
          </a:p>
        </p:txBody>
      </p:sp>
      <p:sp>
        <p:nvSpPr>
          <p:cNvPr id="3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3327400"/>
            <a:ext cx="4271963" cy="95726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 spc="300" baseline="0">
                <a:ln>
                  <a:noFill/>
                </a:ln>
                <a:solidFill>
                  <a:srgbClr val="F9F7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WITH A SMALL SUB-HEAD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11162EB3-9C58-B34B-B4D7-582FB9C99DB6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7F5729B0-945C-7A4B-8C25-588548B420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</p:spTree>
    <p:extLst>
      <p:ext uri="{BB962C8B-B14F-4D97-AF65-F5344CB8AC3E}">
        <p14:creationId xmlns:p14="http://schemas.microsoft.com/office/powerpoint/2010/main" val="2263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A8A853E0-9DFC-B440-B8CC-AE2E4E2112F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6843177-7B0A-1143-BEC9-7278658E65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057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4D6E19DA-E440-FE44-AA5C-0602953C8CC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F0EE781-7E11-8642-8CB1-8680BC9F88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324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0FD20552-68BA-2442-B762-CAD2D0DE84C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A02950E2-EECC-A046-AF88-EE1B7F0C4E6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84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431B40A-05CD-8944-AFA0-A501874848CF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A7D4FD83-4E95-7C4B-91FC-F35A358A9A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</p:spTree>
    <p:extLst>
      <p:ext uri="{BB962C8B-B14F-4D97-AF65-F5344CB8AC3E}">
        <p14:creationId xmlns:p14="http://schemas.microsoft.com/office/powerpoint/2010/main" val="3817729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62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78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66375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2"/>
          </p:nvPr>
        </p:nvSpPr>
        <p:spPr>
          <a:xfrm>
            <a:off x="7493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633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73194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10729" y="1792820"/>
            <a:ext cx="538044" cy="3730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58012" y="5139998"/>
            <a:ext cx="530870" cy="4663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29749" y="5171326"/>
            <a:ext cx="466308" cy="337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85962" y="5117522"/>
            <a:ext cx="444784" cy="4447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315257" y="5049370"/>
            <a:ext cx="272610" cy="5810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079580" y="5147819"/>
            <a:ext cx="616958" cy="4304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92075" y="5112584"/>
            <a:ext cx="416090" cy="4950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39773" y="4042390"/>
            <a:ext cx="437612" cy="3515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89647" y="4054514"/>
            <a:ext cx="322826" cy="3156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447248" y="3984260"/>
            <a:ext cx="308480" cy="5236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63962" y="4017464"/>
            <a:ext cx="516522" cy="3802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94538" y="3954674"/>
            <a:ext cx="681524" cy="4734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49365" y="3928776"/>
            <a:ext cx="437608" cy="5667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35911" y="4088605"/>
            <a:ext cx="559564" cy="3443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98453" y="3981594"/>
            <a:ext cx="358698" cy="45195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473431" y="5067304"/>
            <a:ext cx="523698" cy="54522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606149" y="2838957"/>
            <a:ext cx="258262" cy="4806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39231" y="2828880"/>
            <a:ext cx="451958" cy="45195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400374" y="2914283"/>
            <a:ext cx="401742" cy="33000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327587" y="2919298"/>
            <a:ext cx="416088" cy="33717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85820" y="2794187"/>
            <a:ext cx="530872" cy="53087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49631" y="2836755"/>
            <a:ext cx="444784" cy="45195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126968" y="2851579"/>
            <a:ext cx="416088" cy="41608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134324" y="2801361"/>
            <a:ext cx="286958" cy="51652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558638" y="5103174"/>
            <a:ext cx="279784" cy="4734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27236" y="1747534"/>
            <a:ext cx="416088" cy="37304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99113" y="1729468"/>
            <a:ext cx="337176" cy="4232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63381" y="1696092"/>
            <a:ext cx="473478" cy="46630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417261" y="1677418"/>
            <a:ext cx="236740" cy="530872"/>
          </a:xfrm>
          <a:prstGeom prst="rect">
            <a:avLst/>
          </a:prstGeom>
          <a:noFill/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50791" y="1675819"/>
            <a:ext cx="581088" cy="48782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98732" y="1710329"/>
            <a:ext cx="408916" cy="40891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79038" y="1720640"/>
            <a:ext cx="466304" cy="40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588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4040" y="1493520"/>
            <a:ext cx="867527" cy="867527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5600" y="4906151"/>
            <a:ext cx="867527" cy="86752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4040" y="4906152"/>
            <a:ext cx="867527" cy="86752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2941" y="4906151"/>
            <a:ext cx="867527" cy="86752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7493" y="4915540"/>
            <a:ext cx="867527" cy="8602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56547" y="4915540"/>
            <a:ext cx="867527" cy="860298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2962" y="4931292"/>
            <a:ext cx="867527" cy="860298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31491" y="3765428"/>
            <a:ext cx="867527" cy="86752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1507" y="3773810"/>
            <a:ext cx="867527" cy="8675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2962" y="3782190"/>
            <a:ext cx="867527" cy="860298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2942" y="3773809"/>
            <a:ext cx="867527" cy="860298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1187" y="3773810"/>
            <a:ext cx="860298" cy="867527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3338" y="3773810"/>
            <a:ext cx="867527" cy="867527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5599" y="3773810"/>
            <a:ext cx="860298" cy="867527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33499" y="3773810"/>
            <a:ext cx="867527" cy="86752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28430" y="4942915"/>
            <a:ext cx="860298" cy="867527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2625862"/>
            <a:ext cx="867527" cy="867527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5061" y="2625862"/>
            <a:ext cx="860298" cy="86752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6357" y="2625860"/>
            <a:ext cx="867527" cy="867527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101868" y="2625862"/>
            <a:ext cx="867527" cy="86752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1188" y="2625862"/>
            <a:ext cx="867527" cy="867527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56547" y="2625862"/>
            <a:ext cx="867527" cy="867527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5600" y="2625862"/>
            <a:ext cx="867527" cy="867527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1881" y="2625862"/>
            <a:ext cx="860298" cy="867527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62982" y="4931292"/>
            <a:ext cx="867527" cy="867527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1491361"/>
            <a:ext cx="867527" cy="860298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5061" y="1493520"/>
            <a:ext cx="860298" cy="867527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6357" y="1493520"/>
            <a:ext cx="867527" cy="867527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101868" y="1493520"/>
            <a:ext cx="867527" cy="867527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1188" y="1493520"/>
            <a:ext cx="867527" cy="867527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6006" y="1491361"/>
            <a:ext cx="867527" cy="860298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83282" y="1493520"/>
            <a:ext cx="867527" cy="86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354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785855" y="1462825"/>
            <a:ext cx="925712" cy="9257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83720" y="4876624"/>
            <a:ext cx="925712" cy="9257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6904" y="4877058"/>
            <a:ext cx="925712" cy="925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53848" y="4876624"/>
            <a:ext cx="925712" cy="925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4245" y="4877058"/>
            <a:ext cx="925712" cy="925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6416" y="4877058"/>
            <a:ext cx="925712" cy="9257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1376" y="4931170"/>
            <a:ext cx="925712" cy="9257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299566" y="3750887"/>
            <a:ext cx="925712" cy="9257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8674" y="3747174"/>
            <a:ext cx="925712" cy="9257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1376" y="3747173"/>
            <a:ext cx="925712" cy="9257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71428" y="3736336"/>
            <a:ext cx="925712" cy="9257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0235" y="3718796"/>
            <a:ext cx="925712" cy="92571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27454" y="3736336"/>
            <a:ext cx="925712" cy="9257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41740" y="3736336"/>
            <a:ext cx="933240" cy="92571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4947" y="3736336"/>
            <a:ext cx="925712" cy="9257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294996" y="4918601"/>
            <a:ext cx="933240" cy="92571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433" y="2596767"/>
            <a:ext cx="925712" cy="92571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9422" y="2604572"/>
            <a:ext cx="933240" cy="92571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9199" y="2604572"/>
            <a:ext cx="925712" cy="92571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4245" y="2607235"/>
            <a:ext cx="925712" cy="92571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5714" y="2595614"/>
            <a:ext cx="925712" cy="92571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54188" y="2604573"/>
            <a:ext cx="925712" cy="92571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4947" y="2604572"/>
            <a:ext cx="925712" cy="92571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9422" y="4931292"/>
            <a:ext cx="933240" cy="92571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1464284"/>
            <a:ext cx="925712" cy="92571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22503" y="1464284"/>
            <a:ext cx="925712" cy="92571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4754" y="1464284"/>
            <a:ext cx="925712" cy="92571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4038" y="1464284"/>
            <a:ext cx="925712" cy="92571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0235" y="1464285"/>
            <a:ext cx="925712" cy="92571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2881" y="1464427"/>
            <a:ext cx="925712" cy="92571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54189" y="1458654"/>
            <a:ext cx="925712" cy="925712"/>
          </a:xfrm>
          <a:prstGeom prst="rect">
            <a:avLst/>
          </a:prstGeom>
        </p:spPr>
      </p:pic>
      <p:pic>
        <p:nvPicPr>
          <p:cNvPr id="104" name="Picture 103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1376" y="2604572"/>
            <a:ext cx="925712" cy="9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978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211958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52D3-C4D4-C1E1-82DB-DF55E1134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A566D-B2D4-5C31-9700-428013289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8E01-9615-1118-36EB-C9C86553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AEFC3-40EB-42E0-B46D-25EF62BE925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30CCA-6A52-9E92-C459-A55F2287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37E94-0AEA-6052-28C4-D4DC7A6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C5ED-A575-40F7-91DE-0CD9F2CE4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41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1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514599"/>
            <a:ext cx="4543426" cy="68580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 b="1" i="0" spc="300" baseline="0">
                <a:ln>
                  <a:noFill/>
                </a:ln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 OF PRESENTATION</a:t>
            </a:r>
          </a:p>
          <a:p>
            <a:pPr lvl="0"/>
            <a:r>
              <a:rPr lang="en-US" dirty="0"/>
              <a:t>AND WHAT THIS IS ABOUT</a:t>
            </a:r>
          </a:p>
        </p:txBody>
      </p:sp>
      <p:sp>
        <p:nvSpPr>
          <p:cNvPr id="3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3327400"/>
            <a:ext cx="4271963" cy="95726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 spc="300" baseline="0">
                <a:ln>
                  <a:noFill/>
                </a:ln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WITH A SMALL SUB-HEAD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CF06203-5F8C-2541-AE27-92EEE0F4EC3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F0C85BA6-357D-0B42-BE4F-E601DD07071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</p:spTree>
    <p:extLst>
      <p:ext uri="{BB962C8B-B14F-4D97-AF65-F5344CB8AC3E}">
        <p14:creationId xmlns:p14="http://schemas.microsoft.com/office/powerpoint/2010/main" val="40836468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918097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D8D975BA-D0DC-0D4A-B1B6-F616A2D4F06B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71B84A63-EDA9-B24B-A105-82A949BAB0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363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1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chemeClr val="accent1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9D8376A9-CF73-2844-AE41-E326B095028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05C3F91E-0D18-9647-B89F-469C10A4005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3162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918097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11515B71-0052-7543-9A28-56F27327D4C7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5A38D63-EF50-1542-A849-D6AE0BA4DD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136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chemeClr val="accent1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1CE58E66-D04D-2C4C-ACB4-BDEEC4745AC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EA02C58-81D1-A848-871E-E11E789432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9896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62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82B413A6-3CC7-FE4C-A0FB-EF7892C35FFD}" type="datetime1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EA02C58-81D1-A848-871E-E11E789432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905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82B413A6-3CC7-FE4C-A0FB-EF7892C35FFD}" type="datetime1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EA02C58-81D1-A848-871E-E11E789432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bg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3579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7493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64152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983880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981853" y="1736755"/>
            <a:ext cx="592028" cy="4104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26952" y="5137471"/>
            <a:ext cx="584140" cy="5130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17274" y="5148373"/>
            <a:ext cx="513093" cy="3710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84769" y="5116485"/>
            <a:ext cx="489410" cy="4894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295066" y="5023056"/>
            <a:ext cx="299963" cy="6393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032133" y="5124378"/>
            <a:ext cx="678861" cy="4736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79740" y="5124378"/>
            <a:ext cx="457835" cy="5446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24494" y="4016975"/>
            <a:ext cx="481520" cy="3867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39259" y="4037302"/>
            <a:ext cx="355215" cy="3473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437009" y="3940531"/>
            <a:ext cx="339430" cy="57624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45301" y="3990009"/>
            <a:ext cx="568348" cy="41836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44788" y="3916850"/>
            <a:ext cx="749910" cy="52098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23555" y="3916850"/>
            <a:ext cx="481519" cy="62360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16437" y="4071120"/>
            <a:ext cx="615712" cy="37889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76833" y="3957841"/>
            <a:ext cx="394688" cy="4973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477132" y="5033913"/>
            <a:ext cx="576244" cy="59992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94272" y="2782719"/>
            <a:ext cx="284175" cy="52888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16083" y="2823397"/>
            <a:ext cx="497304" cy="49730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85700" y="2879183"/>
            <a:ext cx="442049" cy="36311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90570" y="2881385"/>
            <a:ext cx="457840" cy="37100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41772" y="2759332"/>
            <a:ext cx="584136" cy="58413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36126" y="2798508"/>
            <a:ext cx="489410" cy="49730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93224" y="2837969"/>
            <a:ext cx="457839" cy="45783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116303" y="2770184"/>
            <a:ext cx="315750" cy="56835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543898" y="5117265"/>
            <a:ext cx="307854" cy="52098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07442" y="1728213"/>
            <a:ext cx="457836" cy="41047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79232" y="1700584"/>
            <a:ext cx="371007" cy="46573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31905" y="1676904"/>
            <a:ext cx="520985" cy="51309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390036" y="1641382"/>
            <a:ext cx="260493" cy="58413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19218" y="1665066"/>
            <a:ext cx="639392" cy="53677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87633" y="1672598"/>
            <a:ext cx="449943" cy="44994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57277" y="1705180"/>
            <a:ext cx="513093" cy="4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066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6041" y="1498609"/>
            <a:ext cx="862438" cy="86968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903999" y="4926598"/>
            <a:ext cx="869686" cy="869686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8585" y="4901448"/>
            <a:ext cx="869686" cy="86968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4648" y="4918312"/>
            <a:ext cx="869686" cy="86968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3595" y="4921936"/>
            <a:ext cx="869686" cy="86243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5989" y="4908695"/>
            <a:ext cx="869686" cy="862438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7344" y="4948005"/>
            <a:ext cx="869686" cy="862438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35115" y="3764349"/>
            <a:ext cx="869686" cy="86968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29893" y="3781058"/>
            <a:ext cx="869686" cy="86968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5277" y="3785815"/>
            <a:ext cx="869686" cy="862438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0290" y="3785814"/>
            <a:ext cx="869686" cy="86243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5423" y="3771651"/>
            <a:ext cx="862438" cy="86968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9566" y="3782190"/>
            <a:ext cx="869686" cy="86968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85826" y="3772731"/>
            <a:ext cx="862438" cy="869686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39336" y="3772732"/>
            <a:ext cx="869686" cy="86968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34035" y="4942915"/>
            <a:ext cx="862438" cy="86968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2623868"/>
            <a:ext cx="869686" cy="869686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3991" y="2624780"/>
            <a:ext cx="862438" cy="86968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1882" y="2624780"/>
            <a:ext cx="869686" cy="869686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9709" y="2621744"/>
            <a:ext cx="869686" cy="869686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0205" y="2617307"/>
            <a:ext cx="869686" cy="869686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2529" y="2623197"/>
            <a:ext cx="869686" cy="86968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9747" y="2624780"/>
            <a:ext cx="869686" cy="869686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6584" y="2624780"/>
            <a:ext cx="862438" cy="869686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62982" y="4942915"/>
            <a:ext cx="869686" cy="869686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4670" y="1505857"/>
            <a:ext cx="869686" cy="862438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43195" y="1498609"/>
            <a:ext cx="862438" cy="869686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1882" y="1491361"/>
            <a:ext cx="869686" cy="869686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0513" y="1498609"/>
            <a:ext cx="869686" cy="869686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998997" y="1495075"/>
            <a:ext cx="869686" cy="86968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7831" y="1498609"/>
            <a:ext cx="869686" cy="862438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3944" y="1491361"/>
            <a:ext cx="869686" cy="86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224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7199" y="1490096"/>
            <a:ext cx="886709" cy="88671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9788" y="4908695"/>
            <a:ext cx="886709" cy="886711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7199" y="4897003"/>
            <a:ext cx="886709" cy="886711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4711" y="4908695"/>
            <a:ext cx="886709" cy="886711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2607" y="4908695"/>
            <a:ext cx="886709" cy="886711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0153" y="4897002"/>
            <a:ext cx="886709" cy="886711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1" y="4940658"/>
            <a:ext cx="886709" cy="886711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21899" y="3754627"/>
            <a:ext cx="886709" cy="886711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27760" y="3772545"/>
            <a:ext cx="886709" cy="88671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2" y="3761542"/>
            <a:ext cx="886709" cy="886711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72163" y="3772545"/>
            <a:ext cx="886709" cy="886711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1693" y="3772545"/>
            <a:ext cx="886709" cy="886711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0154" y="3761542"/>
            <a:ext cx="886709" cy="886711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0690" y="3772545"/>
            <a:ext cx="893919" cy="886711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27199" y="3772545"/>
            <a:ext cx="886709" cy="886711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16949" y="4940658"/>
            <a:ext cx="893919" cy="886711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6" y="2605987"/>
            <a:ext cx="886709" cy="886711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7776" y="2597430"/>
            <a:ext cx="893919" cy="886711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3" y="2599353"/>
            <a:ext cx="886709" cy="886711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72164" y="2617307"/>
            <a:ext cx="886709" cy="886711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2607" y="2605987"/>
            <a:ext cx="886709" cy="886711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0198" y="2600283"/>
            <a:ext cx="886709" cy="886711"/>
          </a:xfrm>
          <a:prstGeom prst="rect">
            <a:avLst/>
          </a:prstGeom>
        </p:spPr>
      </p:pic>
      <p:pic>
        <p:nvPicPr>
          <p:cNvPr id="88" name="Picture 87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0048" y="2605987"/>
            <a:ext cx="886709" cy="886711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8200" y="2626991"/>
            <a:ext cx="886709" cy="886711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62982" y="4940658"/>
            <a:ext cx="893919" cy="886711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1491421"/>
            <a:ext cx="886709" cy="886711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8574" y="1490096"/>
            <a:ext cx="886709" cy="886711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6764" y="1490096"/>
            <a:ext cx="886709" cy="886711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57042" y="1505857"/>
            <a:ext cx="886709" cy="886711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992121" y="1491361"/>
            <a:ext cx="886709" cy="886711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2529" y="1491361"/>
            <a:ext cx="886709" cy="886711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77608" y="1491361"/>
            <a:ext cx="886709" cy="88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665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52D3-C4D4-C1E1-82DB-DF55E1134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A566D-B2D4-5C31-9700-428013289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8E01-9615-1118-36EB-C9C86553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AEFC3-40EB-42E0-B46D-25EF62BE925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30CCA-6A52-9E92-C459-A55F2287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37E94-0AEA-6052-28C4-D4DC7A6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C5ED-A575-40F7-91DE-0CD9F2CE4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58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514599"/>
            <a:ext cx="4543426" cy="68580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 b="1" i="0" spc="300" baseline="0">
                <a:ln>
                  <a:noFill/>
                </a:ln>
                <a:solidFill>
                  <a:srgbClr val="F9F7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 OF PRESENTATION</a:t>
            </a:r>
          </a:p>
          <a:p>
            <a:pPr lvl="0"/>
            <a:r>
              <a:rPr lang="en-US" dirty="0"/>
              <a:t>AND WHAT THIS IS ABOUT</a:t>
            </a:r>
          </a:p>
        </p:txBody>
      </p:sp>
      <p:sp>
        <p:nvSpPr>
          <p:cNvPr id="3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3327400"/>
            <a:ext cx="4271963" cy="95726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400" b="0" i="0" spc="300" baseline="0">
                <a:ln>
                  <a:noFill/>
                </a:ln>
                <a:solidFill>
                  <a:srgbClr val="F9F7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WITH A SMALL SUB-HEAD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11162EB3-9C58-B34B-B4D7-582FB9C99DB6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7F5729B0-945C-7A4B-8C25-588548B420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</p:spTree>
    <p:extLst>
      <p:ext uri="{BB962C8B-B14F-4D97-AF65-F5344CB8AC3E}">
        <p14:creationId xmlns:p14="http://schemas.microsoft.com/office/powerpoint/2010/main" val="3335953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A8A853E0-9DFC-B440-B8CC-AE2E4E2112F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6843177-7B0A-1143-BEC9-7278658E651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852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4419600" y="0"/>
            <a:ext cx="7772400" cy="6229350"/>
          </a:xfrm>
          <a:custGeom>
            <a:avLst/>
            <a:gdLst>
              <a:gd name="connsiteX0" fmla="*/ 0 w 8734425"/>
              <a:gd name="connsiteY0" fmla="*/ 0 h 6229350"/>
              <a:gd name="connsiteX1" fmla="*/ 8734425 w 8734425"/>
              <a:gd name="connsiteY1" fmla="*/ 0 h 6229350"/>
              <a:gd name="connsiteX2" fmla="*/ 8734425 w 8734425"/>
              <a:gd name="connsiteY2" fmla="*/ 6229350 h 6229350"/>
              <a:gd name="connsiteX3" fmla="*/ 0 w 8734425"/>
              <a:gd name="connsiteY3" fmla="*/ 6229350 h 6229350"/>
              <a:gd name="connsiteX4" fmla="*/ 0 w 8734425"/>
              <a:gd name="connsiteY4" fmla="*/ 5200650 h 6229350"/>
              <a:gd name="connsiteX5" fmla="*/ 2514601 w 8734425"/>
              <a:gd name="connsiteY5" fmla="*/ 5200650 h 6229350"/>
              <a:gd name="connsiteX6" fmla="*/ 2514601 w 8734425"/>
              <a:gd name="connsiteY6" fmla="*/ 1028700 h 6229350"/>
              <a:gd name="connsiteX7" fmla="*/ 0 w 8734425"/>
              <a:gd name="connsiteY7" fmla="*/ 1028700 h 622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34425" h="6229350">
                <a:moveTo>
                  <a:pt x="0" y="0"/>
                </a:moveTo>
                <a:lnTo>
                  <a:pt x="8734425" y="0"/>
                </a:lnTo>
                <a:lnTo>
                  <a:pt x="8734425" y="6229350"/>
                </a:lnTo>
                <a:lnTo>
                  <a:pt x="0" y="6229350"/>
                </a:lnTo>
                <a:lnTo>
                  <a:pt x="0" y="5200650"/>
                </a:lnTo>
                <a:lnTo>
                  <a:pt x="2514601" y="5200650"/>
                </a:lnTo>
                <a:lnTo>
                  <a:pt x="2514601" y="1028700"/>
                </a:lnTo>
                <a:lnTo>
                  <a:pt x="0" y="1028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4D6E19DA-E440-FE44-AA5C-0602953C8CC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F0EE781-7E11-8642-8CB1-8680BC9F88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3838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1865817"/>
            <a:ext cx="4643607" cy="2497715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in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tempus. Maecenas ligula ipsum,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semper at,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at, </a:t>
            </a:r>
            <a:r>
              <a:rPr lang="en-US" dirty="0" err="1"/>
              <a:t>sollicitudin</a:t>
            </a:r>
            <a:r>
              <a:rPr lang="en-US" dirty="0"/>
              <a:t> at </a:t>
            </a:r>
            <a:r>
              <a:rPr lang="en-US" dirty="0" err="1"/>
              <a:t>tortor</a:t>
            </a:r>
            <a:r>
              <a:rPr lang="en-US" dirty="0"/>
              <a:t>. Integer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a,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0FD20552-68BA-2442-B762-CAD2D0DE84C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A02950E2-EECC-A046-AF88-EE1B7F0C4E6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5026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705600" y="0"/>
            <a:ext cx="5486400" cy="62243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885824" y="2377879"/>
            <a:ext cx="4184650" cy="196844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6858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11430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6002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2057400" indent="-228600">
              <a:lnSpc>
                <a:spcPct val="150000"/>
              </a:lnSpc>
              <a:buFont typeface="Arial" charset="0"/>
              <a:buChar char="•"/>
              <a:defRPr sz="1200" b="0" i="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Make a bulleted list really easy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5824" y="2113244"/>
            <a:ext cx="4643607" cy="242682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lang="en-US" sz="1200" b="0" i="0" spc="0" smtClean="0">
                <a:ln>
                  <a:noFill/>
                </a:ln>
                <a:solidFill>
                  <a:srgbClr val="F9F7FF"/>
                </a:solidFill>
                <a:effectLst/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CONTENT HEADLINE 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4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E431B40A-05CD-8944-AFA0-A501874848CF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A7D4FD83-4E95-7C4B-91FC-F35A358A9A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24288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0" i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</p:spTree>
    <p:extLst>
      <p:ext uri="{BB962C8B-B14F-4D97-AF65-F5344CB8AC3E}">
        <p14:creationId xmlns:p14="http://schemas.microsoft.com/office/powerpoint/2010/main" val="23420756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62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300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493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4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9"/>
          <p:cNvSpPr>
            <a:spLocks noGrp="1"/>
          </p:cNvSpPr>
          <p:nvPr>
            <p:ph type="title"/>
          </p:nvPr>
        </p:nvSpPr>
        <p:spPr>
          <a:xfrm>
            <a:off x="749300" y="1600200"/>
            <a:ext cx="10515600" cy="89058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2705100"/>
            <a:ext cx="5029200" cy="29718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9563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5"/>
          <p:cNvSpPr>
            <a:spLocks noGrp="1"/>
          </p:cNvSpPr>
          <p:nvPr>
            <p:ph sz="quarter" idx="11"/>
          </p:nvPr>
        </p:nvSpPr>
        <p:spPr>
          <a:xfrm>
            <a:off x="62357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2"/>
          </p:nvPr>
        </p:nvSpPr>
        <p:spPr>
          <a:xfrm>
            <a:off x="749300" y="1600200"/>
            <a:ext cx="5029200" cy="40767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01881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024999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10729" y="1792820"/>
            <a:ext cx="538044" cy="3730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58012" y="5139998"/>
            <a:ext cx="530870" cy="4663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29749" y="5171326"/>
            <a:ext cx="466308" cy="337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85962" y="5117522"/>
            <a:ext cx="444784" cy="4447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315257" y="5049370"/>
            <a:ext cx="272610" cy="5810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079580" y="5147819"/>
            <a:ext cx="616958" cy="4304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92075" y="5112584"/>
            <a:ext cx="416090" cy="4950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39773" y="4042390"/>
            <a:ext cx="437612" cy="3515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89647" y="4054514"/>
            <a:ext cx="322826" cy="3156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447248" y="3984260"/>
            <a:ext cx="308480" cy="5236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263962" y="4017464"/>
            <a:ext cx="516522" cy="3802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94538" y="3954674"/>
            <a:ext cx="681524" cy="4734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49365" y="3928776"/>
            <a:ext cx="437608" cy="5667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35911" y="4088605"/>
            <a:ext cx="559564" cy="3443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98453" y="3981594"/>
            <a:ext cx="358698" cy="45195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473431" y="5067304"/>
            <a:ext cx="523698" cy="54522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606149" y="2838957"/>
            <a:ext cx="258262" cy="4806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39231" y="2828880"/>
            <a:ext cx="451958" cy="45195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400374" y="2914283"/>
            <a:ext cx="401742" cy="33000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327587" y="2919298"/>
            <a:ext cx="416088" cy="33717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85820" y="2794187"/>
            <a:ext cx="530872" cy="53087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49631" y="2836755"/>
            <a:ext cx="444784" cy="45195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126968" y="2851579"/>
            <a:ext cx="416088" cy="41608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134324" y="2801361"/>
            <a:ext cx="286958" cy="51652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558638" y="5103174"/>
            <a:ext cx="279784" cy="4734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527236" y="1747534"/>
            <a:ext cx="416088" cy="37304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499113" y="1729468"/>
            <a:ext cx="337176" cy="4232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363381" y="1696092"/>
            <a:ext cx="473478" cy="46630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417261" y="1677418"/>
            <a:ext cx="236740" cy="530872"/>
          </a:xfrm>
          <a:prstGeom prst="rect">
            <a:avLst/>
          </a:prstGeom>
          <a:noFill/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150791" y="1675819"/>
            <a:ext cx="581088" cy="48782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198732" y="1710329"/>
            <a:ext cx="408916" cy="40891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079038" y="1720640"/>
            <a:ext cx="466304" cy="40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09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4040" y="1493520"/>
            <a:ext cx="867527" cy="867527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5600" y="4906151"/>
            <a:ext cx="867527" cy="86752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4040" y="4906152"/>
            <a:ext cx="867527" cy="86752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2941" y="4906151"/>
            <a:ext cx="867527" cy="86752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7493" y="4915540"/>
            <a:ext cx="867527" cy="860298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56547" y="4915540"/>
            <a:ext cx="867527" cy="860298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2962" y="4931292"/>
            <a:ext cx="867527" cy="860298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31491" y="3765428"/>
            <a:ext cx="867527" cy="86752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1507" y="3773810"/>
            <a:ext cx="867527" cy="8675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72962" y="3782190"/>
            <a:ext cx="867527" cy="860298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2942" y="3773809"/>
            <a:ext cx="867527" cy="860298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1187" y="3773810"/>
            <a:ext cx="860298" cy="867527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3338" y="3773810"/>
            <a:ext cx="867527" cy="867527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5599" y="3773810"/>
            <a:ext cx="860298" cy="867527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33499" y="3773810"/>
            <a:ext cx="867527" cy="86752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28430" y="4942915"/>
            <a:ext cx="860298" cy="867527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2625862"/>
            <a:ext cx="867527" cy="867527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5061" y="2625862"/>
            <a:ext cx="860298" cy="86752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6357" y="2625860"/>
            <a:ext cx="867527" cy="867527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101868" y="2625862"/>
            <a:ext cx="867527" cy="86752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1188" y="2625862"/>
            <a:ext cx="867527" cy="867527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56547" y="2625862"/>
            <a:ext cx="867527" cy="867527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95600" y="2625862"/>
            <a:ext cx="867527" cy="867527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41881" y="2625862"/>
            <a:ext cx="860298" cy="867527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62982" y="4931292"/>
            <a:ext cx="867527" cy="867527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1491361"/>
            <a:ext cx="867527" cy="860298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35061" y="1493520"/>
            <a:ext cx="860298" cy="867527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66357" y="1493520"/>
            <a:ext cx="867527" cy="867527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101868" y="1493520"/>
            <a:ext cx="867527" cy="867527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11188" y="1493520"/>
            <a:ext cx="867527" cy="867527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46006" y="1491361"/>
            <a:ext cx="867527" cy="860298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83282" y="1493520"/>
            <a:ext cx="867527" cy="86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29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785855" y="1462825"/>
            <a:ext cx="925712" cy="9257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83720" y="4876624"/>
            <a:ext cx="925712" cy="9257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6904" y="4877058"/>
            <a:ext cx="925712" cy="925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53848" y="4876624"/>
            <a:ext cx="925712" cy="925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4245" y="4877058"/>
            <a:ext cx="925712" cy="925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6416" y="4877058"/>
            <a:ext cx="925712" cy="9257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1376" y="4931170"/>
            <a:ext cx="925712" cy="9257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299566" y="3750887"/>
            <a:ext cx="925712" cy="9257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8674" y="3747174"/>
            <a:ext cx="925712" cy="9257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1376" y="3747173"/>
            <a:ext cx="925712" cy="9257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71428" y="3736336"/>
            <a:ext cx="925712" cy="9257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0235" y="3718796"/>
            <a:ext cx="925712" cy="92571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27454" y="3736336"/>
            <a:ext cx="925712" cy="9257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41740" y="3736336"/>
            <a:ext cx="933240" cy="92571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4947" y="3736336"/>
            <a:ext cx="925712" cy="9257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294996" y="4918601"/>
            <a:ext cx="933240" cy="92571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433" y="2596767"/>
            <a:ext cx="925712" cy="92571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9422" y="2604572"/>
            <a:ext cx="933240" cy="92571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99199" y="2604572"/>
            <a:ext cx="925712" cy="92571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4245" y="2607235"/>
            <a:ext cx="925712" cy="92571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5714" y="2595614"/>
            <a:ext cx="925712" cy="92571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54188" y="2604573"/>
            <a:ext cx="925712" cy="92571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814947" y="2604572"/>
            <a:ext cx="925712" cy="92571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19422" y="4931292"/>
            <a:ext cx="933240" cy="92571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9301517" y="1464284"/>
            <a:ext cx="925712" cy="92571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222503" y="1464284"/>
            <a:ext cx="925712" cy="92571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4754" y="1464284"/>
            <a:ext cx="925712" cy="92571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6084038" y="1464284"/>
            <a:ext cx="925712" cy="92571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5000235" y="1464285"/>
            <a:ext cx="925712" cy="92571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3932881" y="1464427"/>
            <a:ext cx="925712" cy="92571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854189" y="1458654"/>
            <a:ext cx="925712" cy="925712"/>
          </a:xfrm>
          <a:prstGeom prst="rect">
            <a:avLst/>
          </a:prstGeom>
        </p:spPr>
      </p:pic>
      <p:pic>
        <p:nvPicPr>
          <p:cNvPr id="104" name="Picture 103"/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151376" y="2604572"/>
            <a:ext cx="925712" cy="9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999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707934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588684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350D6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727258"/>
      </p:ext>
    </p:extLst>
  </p:cSld>
  <p:clrMapOvr>
    <a:masterClrMapping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265158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4666"/>
      </p:ext>
    </p:extLst>
  </p:cSld>
  <p:clrMapOvr>
    <a:masterClrMapping/>
  </p:clrMapOvr>
  <p:hf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227578"/>
      </p:ext>
    </p:extLst>
  </p:cSld>
  <p:clrMapOvr>
    <a:masterClrMapping/>
  </p:clrMapOvr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405096"/>
      </p:ext>
    </p:extLst>
  </p:cSld>
  <p:clrMapOvr>
    <a:masterClrMapping/>
  </p:clrMapOvr>
  <p:hf hd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666600"/>
      </p:ext>
    </p:extLst>
  </p:cSld>
  <p:clrMapOvr>
    <a:masterClrMapping/>
  </p:clrMapOvr>
  <p:hf hd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9430"/>
      </p:ext>
    </p:extLst>
  </p:cSld>
  <p:clrMapOvr>
    <a:masterClrMapping/>
  </p:clrMapOvr>
  <p:hf hd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619177"/>
      </p:ext>
    </p:extLst>
  </p:cSld>
  <p:clrMapOvr>
    <a:masterClrMapping/>
  </p:clrMapOvr>
  <p:hf hd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726260"/>
      </p:ext>
    </p:extLst>
  </p:cSld>
  <p:clrMapOvr>
    <a:masterClrMapping/>
  </p:clrMapOvr>
  <p:hf hd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198B-8185-2B4D-9984-B39E29C10E4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780FB-CDC0-6C4A-AA34-04C36AF5F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308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198B-8185-2B4D-9984-B39E29C10E4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780FB-CDC0-6C4A-AA34-04C36AF5F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2416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048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5890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189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9831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5734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255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12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7727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61E10-AE0B-6C4D-8E97-2C75B79373E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A87-8C20-914F-A178-4048B83B9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4333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ger_BITes_PPT_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7137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ger_BITes_PPT_Template-0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962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26225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6109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81634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73666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95805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7014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59599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7756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40682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2052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110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ger_BITes_PPT_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8515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ger_BITes_PPT_Template-0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0430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6480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49371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44563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68796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66916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09196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44676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73697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10495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83853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63155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ger_BITes_PPT_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9603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ger_BITes_PPT_Template-02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434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57524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57093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53214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94156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504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69298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58458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63080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67437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84935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75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0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00.png"/><Relationship Id="rId4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image" Target="../media/image201.png"/><Relationship Id="rId2" Type="http://schemas.openxmlformats.org/officeDocument/2006/relationships/slideLayout" Target="../slideLayouts/slideLayout3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202.png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image" Target="../media/image10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203.emf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image" Target="../media/image204.jpeg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image" Target="../media/image207.jpeg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image" Target="../media/image204.jpeg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image" Target="../media/image207.jpeg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2" t="15577" r="22498" b="53153"/>
          <a:stretch/>
        </p:blipFill>
        <p:spPr>
          <a:xfrm>
            <a:off x="-11146" y="0"/>
            <a:ext cx="12203146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163" y="954729"/>
            <a:ext cx="5217674" cy="493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5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688" y="6449950"/>
            <a:ext cx="623621" cy="22866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1" y="566085"/>
            <a:ext cx="3451224" cy="5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8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688" y="6449950"/>
            <a:ext cx="623621" cy="2286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1" y="566085"/>
            <a:ext cx="3451224" cy="5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2" t="15577" r="22498" b="53153"/>
          <a:stretch/>
        </p:blipFill>
        <p:spPr>
          <a:xfrm>
            <a:off x="-11146" y="0"/>
            <a:ext cx="12203146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913" y="1544659"/>
            <a:ext cx="5202174" cy="375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3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688" y="6449950"/>
            <a:ext cx="623621" cy="2286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76" y="641794"/>
            <a:ext cx="3146423" cy="42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1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688" y="6449950"/>
            <a:ext cx="623621" cy="2286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1" y="733426"/>
            <a:ext cx="3143249" cy="42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3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218621"/>
            <a:ext cx="12192000" cy="648138"/>
          </a:xfrm>
          <a:prstGeom prst="rect">
            <a:avLst/>
          </a:prstGeom>
          <a:solidFill>
            <a:srgbClr val="350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33726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368198B-8185-2B4D-9984-B39E29C10E4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34197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8483" y="6356351"/>
            <a:ext cx="1483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F00780FB-CDC0-6C4A-AA34-04C36AF5FAF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SU_Gold_RGB.pdf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6400" y="6323233"/>
            <a:ext cx="1249563" cy="46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5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350D68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50D68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50D68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50D68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50D68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50D68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8198B-8185-2B4D-9984-B39E29C10E4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780FB-CDC0-6C4A-AA34-04C36AF5FAF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3C534D-9ADC-C24D-8257-3E0A8F44BCA1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964"/>
            <a:ext cx="12192000" cy="683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8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44300C-AD41-2443-8403-E4F438B409B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8198B-8185-2B4D-9984-B39E29C10E4C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780FB-CDC0-6C4A-AA34-04C36AF5FAF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3C534D-9ADC-C24D-8257-3E0A8F44BCA1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964"/>
            <a:ext cx="12192000" cy="683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68198B-8185-2B4D-9984-B39E29C10E4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0780FB-CDC0-6C4A-AA34-04C36AF5FA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44300C-AD41-2443-8403-E4F438B409B4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9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6A0DAE-ABA9-AE74-5119-7B7DDCF2768F}"/>
              </a:ext>
            </a:extLst>
          </p:cNvPr>
          <p:cNvSpPr txBox="1"/>
          <p:nvPr/>
        </p:nvSpPr>
        <p:spPr>
          <a:xfrm>
            <a:off x="723489" y="3604198"/>
            <a:ext cx="7846764" cy="1977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Name: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Jishnu Ganesh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Course: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CSC 7435E – Secure DevOps Practices</a:t>
            </a:r>
          </a:p>
          <a:p>
            <a:pPr>
              <a:lnSpc>
                <a:spcPct val="115000"/>
              </a:lnSpc>
            </a:pPr>
            <a:r>
              <a:rPr lang="en-US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Professor: 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Dr. Aakash Bansal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Assignment: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 Presentation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GitHub Repository URL: 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https://github.com/jishnukrg/BMI-App</a:t>
            </a:r>
            <a:b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Jenkins Job Name: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BMIAppPipeline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4E0A7-DA61-C860-DA73-E9FD88C645F3}"/>
              </a:ext>
            </a:extLst>
          </p:cNvPr>
          <p:cNvSpPr txBox="1"/>
          <p:nvPr/>
        </p:nvSpPr>
        <p:spPr>
          <a:xfrm>
            <a:off x="3047082" y="1880265"/>
            <a:ext cx="6097836" cy="61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200" b="1" u="sng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BMI Application</a:t>
            </a:r>
          </a:p>
        </p:txBody>
      </p:sp>
    </p:spTree>
    <p:extLst>
      <p:ext uri="{BB962C8B-B14F-4D97-AF65-F5344CB8AC3E}">
        <p14:creationId xmlns:p14="http://schemas.microsoft.com/office/powerpoint/2010/main" val="337289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A7486F-5B55-83EB-90DE-624DB3294242}"/>
              </a:ext>
            </a:extLst>
          </p:cNvPr>
          <p:cNvSpPr txBox="1"/>
          <p:nvPr/>
        </p:nvSpPr>
        <p:spPr>
          <a:xfrm>
            <a:off x="3048000" y="37194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– BMI Calculator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63D1E30-2037-9712-3D59-24780D373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0455" y="2146073"/>
            <a:ext cx="888949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BMI Calculator built with Swing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Takes height &amp; weight → computes BMI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BMI category (Underweight / Normal / Overweight)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as a simple example app for CI/CD practice</a:t>
            </a:r>
          </a:p>
        </p:txBody>
      </p:sp>
      <p:pic>
        <p:nvPicPr>
          <p:cNvPr id="12" name="Picture 11" descr="A cartoon of a person with his arms up&#10;&#10;AI-generated content may be incorrect.">
            <a:extLst>
              <a:ext uri="{FF2B5EF4-FFF2-40B4-BE49-F238E27FC236}">
                <a16:creationId xmlns:a16="http://schemas.microsoft.com/office/drawing/2014/main" id="{DFC98BF6-9507-CDBA-8447-9D669A80C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333" y="3927097"/>
            <a:ext cx="1979867" cy="1979867"/>
          </a:xfrm>
          <a:prstGeom prst="rect">
            <a:avLst/>
          </a:prstGeom>
        </p:spPr>
      </p:pic>
      <p:pic>
        <p:nvPicPr>
          <p:cNvPr id="14" name="Picture 13" descr="A cartoon of a person with his hands on his hips&#10;&#10;AI-generated content may be incorrect.">
            <a:extLst>
              <a:ext uri="{FF2B5EF4-FFF2-40B4-BE49-F238E27FC236}">
                <a16:creationId xmlns:a16="http://schemas.microsoft.com/office/drawing/2014/main" id="{CB18375E-E8ED-5241-66C1-6F791CFFDAB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518" y="1055170"/>
            <a:ext cx="1759077" cy="1759077"/>
          </a:xfrm>
          <a:prstGeom prst="rect">
            <a:avLst/>
          </a:prstGeom>
        </p:spPr>
      </p:pic>
      <p:pic>
        <p:nvPicPr>
          <p:cNvPr id="16" name="Picture 15" descr="A cartoon of a child standing on a scale&#10;&#10;AI-generated content may be incorrect.">
            <a:extLst>
              <a:ext uri="{FF2B5EF4-FFF2-40B4-BE49-F238E27FC236}">
                <a16:creationId xmlns:a16="http://schemas.microsoft.com/office/drawing/2014/main" id="{18AB62D1-A18C-27E7-5DC9-6CCC600D69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69" y="1055171"/>
            <a:ext cx="1759076" cy="175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1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8B51-1548-30FD-D694-9107EDEF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02C6EF-9E90-983C-422D-706256E49360}"/>
              </a:ext>
            </a:extLst>
          </p:cNvPr>
          <p:cNvSpPr txBox="1"/>
          <p:nvPr/>
        </p:nvSpPr>
        <p:spPr>
          <a:xfrm>
            <a:off x="2275872" y="2172766"/>
            <a:ext cx="76363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up Java code &amp; comments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error handling for invalid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project in a GitHub repo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app specifically for automation in Jenkins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7BC7B-9C96-A548-8D26-83BAD43508F6}"/>
              </a:ext>
            </a:extLst>
          </p:cNvPr>
          <p:cNvSpPr txBox="1"/>
          <p:nvPr/>
        </p:nvSpPr>
        <p:spPr>
          <a:xfrm>
            <a:off x="4301442" y="411826"/>
            <a:ext cx="3585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App Evolved</a:t>
            </a:r>
          </a:p>
        </p:txBody>
      </p:sp>
    </p:spTree>
    <p:extLst>
      <p:ext uri="{BB962C8B-B14F-4D97-AF65-F5344CB8AC3E}">
        <p14:creationId xmlns:p14="http://schemas.microsoft.com/office/powerpoint/2010/main" val="148729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D3A7-F9A3-F410-18DB-21D625DA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3A4D88-5055-2109-C3B9-620B159D266B}"/>
              </a:ext>
            </a:extLst>
          </p:cNvPr>
          <p:cNvSpPr txBox="1"/>
          <p:nvPr/>
        </p:nvSpPr>
        <p:spPr>
          <a:xfrm>
            <a:off x="3048965" y="295682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 CI/CD Pipeline – Big Picture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A97393-5794-1F59-2615-75BEBBD08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521" y="1351508"/>
            <a:ext cx="646095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Jenkins job: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BMIAppPipeline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 to: https://github.com/jishnukrg/BMI-App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Pipeline defined as a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Jenkinsfile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repo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stages: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Tests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Release (main branch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actions (email notifications)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98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05386-9845-C326-10C4-E60E7C2E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D9CB0D-2D95-F6DD-BAE9-C3AF913D76FE}"/>
              </a:ext>
            </a:extLst>
          </p:cNvPr>
          <p:cNvSpPr txBox="1"/>
          <p:nvPr/>
        </p:nvSpPr>
        <p:spPr>
          <a:xfrm>
            <a:off x="3049003" y="314645"/>
            <a:ext cx="6093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Features (Build, Test, Release)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523607-3547-EF0B-757F-B3F78A5DD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049" y="982176"/>
            <a:ext cx="720190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Build: compiles BMIApp.java into build/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BMIApp.class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Test: basic check → compilation succeeded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Tests: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build/ folder exists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BMIApp.class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(Optional) Check for bad patterns (like debug prints)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Release stage: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 only on main 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branch condition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19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A39E3-3796-E89A-AA71-AF71FB1F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97916C-83E7-D17C-1659-58C88642F733}"/>
              </a:ext>
            </a:extLst>
          </p:cNvPr>
          <p:cNvSpPr txBox="1"/>
          <p:nvPr/>
        </p:nvSpPr>
        <p:spPr>
          <a:xfrm>
            <a:off x="2880810" y="385010"/>
            <a:ext cx="6430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Security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716DDB-8B12-2ED8-8D8C-0EA625DE3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719" y="2274838"/>
            <a:ext cx="65792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Timestamper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plugin → timestamps in console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Dedicated Monitor &amp; Security Checks stage: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Echo key messages for visibility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pattern scan in BMIApp.java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failure diagnostics in console logs</a:t>
            </a:r>
          </a:p>
        </p:txBody>
      </p:sp>
    </p:spTree>
    <p:extLst>
      <p:ext uri="{BB962C8B-B14F-4D97-AF65-F5344CB8AC3E}">
        <p14:creationId xmlns:p14="http://schemas.microsoft.com/office/powerpoint/2010/main" val="13388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BC23-C38B-D2E7-F73F-D37B7E6A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A5795-E244-5AD7-19AB-D5D9D5292C82}"/>
              </a:ext>
            </a:extLst>
          </p:cNvPr>
          <p:cNvSpPr txBox="1"/>
          <p:nvPr/>
        </p:nvSpPr>
        <p:spPr>
          <a:xfrm>
            <a:off x="2867024" y="374803"/>
            <a:ext cx="6457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&amp; Incident Response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3784B3-FBA0-018E-5E25-3AA46CC22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5025" y="1720840"/>
            <a:ext cx="97796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Extended E-mail Notification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Gmail (App Password)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email subject: “BMI Pipeline Success”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email subject: “BMI Pipeline FAILED”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used as part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notified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Jenkins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stage that failed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Inspect logs &amp; fix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68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C47BC-23F3-8FEB-EB30-B197313B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C4799-F26A-C984-6C97-FD343A66D7F8}"/>
              </a:ext>
            </a:extLst>
          </p:cNvPr>
          <p:cNvSpPr txBox="1"/>
          <p:nvPr/>
        </p:nvSpPr>
        <p:spPr>
          <a:xfrm>
            <a:off x="2463967" y="338707"/>
            <a:ext cx="72640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– Concepts &amp; Lessons Learned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9DBA32-5A6B-1E4B-6959-066BB3E88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905506"/>
            <a:ext cx="6096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Hands-on understanding of CI/CD principles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write and debug a </a:t>
            </a:r>
            <a:r>
              <a:rPr kumimoji="0" lang="en-US" altLang="en-US" sz="240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Jenkinsfile</a:t>
            </a:r>
            <a:endParaRPr kumimoji="0" lang="en-US" altLang="en-US" sz="24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Understood importance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checks &amp;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 makes even a small app feel “production-like”</a:t>
            </a:r>
          </a:p>
        </p:txBody>
      </p:sp>
    </p:spTree>
    <p:extLst>
      <p:ext uri="{BB962C8B-B14F-4D97-AF65-F5344CB8AC3E}">
        <p14:creationId xmlns:p14="http://schemas.microsoft.com/office/powerpoint/2010/main" val="2913570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277B-7B6A-21C3-296D-D2E52C80C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5352E2-828D-0A18-E3DF-7509DABC1243}"/>
              </a:ext>
            </a:extLst>
          </p:cNvPr>
          <p:cNvSpPr txBox="1"/>
          <p:nvPr/>
        </p:nvSpPr>
        <p:spPr>
          <a:xfrm>
            <a:off x="4721893" y="422929"/>
            <a:ext cx="27482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A3AC3E-C48B-2F57-86B5-EC876CB7A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653" y="1651931"/>
            <a:ext cx="814537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Pipeline includes: build, tests, packaging, release, monitoring,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can now confidently: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up Jenkins jobs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Jenkinsfiles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tests, monitoring, and basic security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to apply this to bigger projects</a:t>
            </a:r>
          </a:p>
        </p:txBody>
      </p:sp>
    </p:spTree>
    <p:extLst>
      <p:ext uri="{BB962C8B-B14F-4D97-AF65-F5344CB8AC3E}">
        <p14:creationId xmlns:p14="http://schemas.microsoft.com/office/powerpoint/2010/main" val="402668433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LSU Color Palette">
      <a:dk1>
        <a:srgbClr val="462C79"/>
      </a:dk1>
      <a:lt1>
        <a:srgbClr val="FBCF22"/>
      </a:lt1>
      <a:dk2>
        <a:srgbClr val="000000"/>
      </a:dk2>
      <a:lt2>
        <a:srgbClr val="E7E6E6"/>
      </a:lt2>
      <a:accent1>
        <a:srgbClr val="462C79"/>
      </a:accent1>
      <a:accent2>
        <a:srgbClr val="8364AA"/>
      </a:accent2>
      <a:accent3>
        <a:srgbClr val="C4B3D7"/>
      </a:accent3>
      <a:accent4>
        <a:srgbClr val="D09F2A"/>
      </a:accent4>
      <a:accent5>
        <a:srgbClr val="FBCF22"/>
      </a:accent5>
      <a:accent6>
        <a:srgbClr val="EFECDA"/>
      </a:accent6>
      <a:hlink>
        <a:srgbClr val="8364AA"/>
      </a:hlink>
      <a:folHlink>
        <a:srgbClr val="97979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 Mech-Indus Powerpoint Template" id="{2847801D-41CE-E745-8E1E-93568E413104}" vid="{C9D3947F-CEA7-024A-BD61-51631E1F2078}"/>
    </a:ext>
  </a:extLst>
</a:theme>
</file>

<file path=ppt/theme/theme2.xml><?xml version="1.0" encoding="utf-8"?>
<a:theme xmlns:a="http://schemas.openxmlformats.org/drawingml/2006/main" name="White-General">
  <a:themeElements>
    <a:clrScheme name="LSU Color Palette">
      <a:dk1>
        <a:srgbClr val="462C79"/>
      </a:dk1>
      <a:lt1>
        <a:srgbClr val="FBCF22"/>
      </a:lt1>
      <a:dk2>
        <a:srgbClr val="000000"/>
      </a:dk2>
      <a:lt2>
        <a:srgbClr val="E7E6E6"/>
      </a:lt2>
      <a:accent1>
        <a:srgbClr val="462C79"/>
      </a:accent1>
      <a:accent2>
        <a:srgbClr val="8364AA"/>
      </a:accent2>
      <a:accent3>
        <a:srgbClr val="C4B3D7"/>
      </a:accent3>
      <a:accent4>
        <a:srgbClr val="D09F2A"/>
      </a:accent4>
      <a:accent5>
        <a:srgbClr val="FBCF22"/>
      </a:accent5>
      <a:accent6>
        <a:srgbClr val="EFECDA"/>
      </a:accent6>
      <a:hlink>
        <a:srgbClr val="8364AA"/>
      </a:hlink>
      <a:folHlink>
        <a:srgbClr val="97979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 Mech-Indus Powerpoint Template" id="{2847801D-41CE-E745-8E1E-93568E413104}" vid="{7FDBF7C1-9B67-E345-B390-4341D4FE970B}"/>
    </a:ext>
  </a:extLst>
</a:theme>
</file>

<file path=ppt/theme/theme3.xml><?xml version="1.0" encoding="utf-8"?>
<a:theme xmlns:a="http://schemas.openxmlformats.org/drawingml/2006/main" name="Purple-General">
  <a:themeElements>
    <a:clrScheme name="LSU Color Palette">
      <a:dk1>
        <a:srgbClr val="462C79"/>
      </a:dk1>
      <a:lt1>
        <a:srgbClr val="FBCF22"/>
      </a:lt1>
      <a:dk2>
        <a:srgbClr val="000000"/>
      </a:dk2>
      <a:lt2>
        <a:srgbClr val="E7E6E6"/>
      </a:lt2>
      <a:accent1>
        <a:srgbClr val="462C79"/>
      </a:accent1>
      <a:accent2>
        <a:srgbClr val="8364AA"/>
      </a:accent2>
      <a:accent3>
        <a:srgbClr val="C4B3D7"/>
      </a:accent3>
      <a:accent4>
        <a:srgbClr val="D09F2A"/>
      </a:accent4>
      <a:accent5>
        <a:srgbClr val="FBCF22"/>
      </a:accent5>
      <a:accent6>
        <a:srgbClr val="EFECDA"/>
      </a:accent6>
      <a:hlink>
        <a:srgbClr val="8364AA"/>
      </a:hlink>
      <a:folHlink>
        <a:srgbClr val="97979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 Mech-Indus Powerpoint Template" id="{2847801D-41CE-E745-8E1E-93568E413104}" vid="{BDABBFCA-25ED-8941-8886-06B4E95F43CA}"/>
    </a:ext>
  </a:extLst>
</a:theme>
</file>

<file path=ppt/theme/theme4.xml><?xml version="1.0" encoding="utf-8"?>
<a:theme xmlns:a="http://schemas.openxmlformats.org/drawingml/2006/main" name="1_Cover">
  <a:themeElements>
    <a:clrScheme name="LSU Color Palette">
      <a:dk1>
        <a:srgbClr val="462C79"/>
      </a:dk1>
      <a:lt1>
        <a:srgbClr val="FBCF22"/>
      </a:lt1>
      <a:dk2>
        <a:srgbClr val="000000"/>
      </a:dk2>
      <a:lt2>
        <a:srgbClr val="E7E6E6"/>
      </a:lt2>
      <a:accent1>
        <a:srgbClr val="462C79"/>
      </a:accent1>
      <a:accent2>
        <a:srgbClr val="8364AA"/>
      </a:accent2>
      <a:accent3>
        <a:srgbClr val="C4B3D7"/>
      </a:accent3>
      <a:accent4>
        <a:srgbClr val="D09F2A"/>
      </a:accent4>
      <a:accent5>
        <a:srgbClr val="FBCF22"/>
      </a:accent5>
      <a:accent6>
        <a:srgbClr val="EFECDA"/>
      </a:accent6>
      <a:hlink>
        <a:srgbClr val="8364AA"/>
      </a:hlink>
      <a:folHlink>
        <a:srgbClr val="97979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SU CoE Powerpoint Template" id="{BC14F409-FDDA-D245-BC28-2DEA1E954ED3}" vid="{C9A91A25-25E6-D84F-A5AE-0CB8524C7D06}"/>
    </a:ext>
  </a:extLst>
</a:theme>
</file>

<file path=ppt/theme/theme5.xml><?xml version="1.0" encoding="utf-8"?>
<a:theme xmlns:a="http://schemas.openxmlformats.org/drawingml/2006/main" name="1_White-General">
  <a:themeElements>
    <a:clrScheme name="LSU Color Palette">
      <a:dk1>
        <a:srgbClr val="462C79"/>
      </a:dk1>
      <a:lt1>
        <a:srgbClr val="FBCF22"/>
      </a:lt1>
      <a:dk2>
        <a:srgbClr val="000000"/>
      </a:dk2>
      <a:lt2>
        <a:srgbClr val="E7E6E6"/>
      </a:lt2>
      <a:accent1>
        <a:srgbClr val="462C79"/>
      </a:accent1>
      <a:accent2>
        <a:srgbClr val="8364AA"/>
      </a:accent2>
      <a:accent3>
        <a:srgbClr val="C4B3D7"/>
      </a:accent3>
      <a:accent4>
        <a:srgbClr val="D09F2A"/>
      </a:accent4>
      <a:accent5>
        <a:srgbClr val="FBCF22"/>
      </a:accent5>
      <a:accent6>
        <a:srgbClr val="EFECDA"/>
      </a:accent6>
      <a:hlink>
        <a:srgbClr val="8364AA"/>
      </a:hlink>
      <a:folHlink>
        <a:srgbClr val="97979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SU CoE Powerpoint Template" id="{BC14F409-FDDA-D245-BC28-2DEA1E954ED3}" vid="{A71DA856-C697-3649-A8F2-DCBC12C5E133}"/>
    </a:ext>
  </a:extLst>
</a:theme>
</file>

<file path=ppt/theme/theme6.xml><?xml version="1.0" encoding="utf-8"?>
<a:theme xmlns:a="http://schemas.openxmlformats.org/drawingml/2006/main" name="1_Purple-General">
  <a:themeElements>
    <a:clrScheme name="LSU Color Palette">
      <a:dk1>
        <a:srgbClr val="462C79"/>
      </a:dk1>
      <a:lt1>
        <a:srgbClr val="FBCF22"/>
      </a:lt1>
      <a:dk2>
        <a:srgbClr val="000000"/>
      </a:dk2>
      <a:lt2>
        <a:srgbClr val="E7E6E6"/>
      </a:lt2>
      <a:accent1>
        <a:srgbClr val="462C79"/>
      </a:accent1>
      <a:accent2>
        <a:srgbClr val="8364AA"/>
      </a:accent2>
      <a:accent3>
        <a:srgbClr val="C4B3D7"/>
      </a:accent3>
      <a:accent4>
        <a:srgbClr val="D09F2A"/>
      </a:accent4>
      <a:accent5>
        <a:srgbClr val="FBCF22"/>
      </a:accent5>
      <a:accent6>
        <a:srgbClr val="EFECDA"/>
      </a:accent6>
      <a:hlink>
        <a:srgbClr val="8364AA"/>
      </a:hlink>
      <a:folHlink>
        <a:srgbClr val="97979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SU CoE Powerpoint Template" id="{BC14F409-FDDA-D245-BC28-2DEA1E954ED3}" vid="{E6D9F671-03AE-234D-ADFF-242A4239ED26}"/>
    </a:ext>
  </a:extLst>
</a:theme>
</file>

<file path=ppt/theme/theme7.xml><?xml version="1.0" encoding="utf-8"?>
<a:theme xmlns:a="http://schemas.openxmlformats.org/drawingml/2006/main" name="LSU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ealth &amp; Wellness Holidays" id="{3617763E-05A2-A945-B46B-401728888F25}" vid="{986796F8-AE74-AB43-A8F2-83CDB1D82DC7}"/>
    </a:ext>
  </a:extLst>
</a:theme>
</file>

<file path=ppt/theme/theme8.xml><?xml version="1.0" encoding="utf-8"?>
<a:theme xmlns:a="http://schemas.openxmlformats.org/drawingml/2006/main" name="Tigerbites2018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gerbites2018" id="{0F0E19E0-2693-4348-A265-63FC1F8C1CC6}" vid="{8CD60CC8-981C-4717-97D7-1799FC379B11}"/>
    </a:ext>
  </a:extLst>
</a:theme>
</file>

<file path=ppt/theme/theme9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Template1" id="{7E0AD6C2-99BC-5545-8885-E326EE450C73}" vid="{5FF2C76E-28B4-4D41-B273-EFC3283402B6}"/>
    </a:ext>
  </a:extLst>
</a:theme>
</file>

<file path=ppt/theme/theme10.xml><?xml version="1.0" encoding="utf-8"?>
<a:theme xmlns:a="http://schemas.openxmlformats.org/drawingml/2006/main" name="2_Tigerbites2018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gerbites2018" id="{0F0E19E0-2693-4348-A265-63FC1F8C1CC6}" vid="{8CD60CC8-981C-4717-97D7-1799FC379B11}"/>
    </a:ext>
  </a:extLst>
</a:theme>
</file>

<file path=ppt/theme/theme11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Template1" id="{7E0AD6C2-99BC-5545-8885-E326EE450C73}" vid="{5FF2C76E-28B4-4D41-B273-EFC3283402B6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CoE-Mech-IndusPowerpointTemplate (1)</Template>
  <TotalTime>2835</TotalTime>
  <Words>788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9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Cambria</vt:lpstr>
      <vt:lpstr>Helvetica</vt:lpstr>
      <vt:lpstr>Times New Roman</vt:lpstr>
      <vt:lpstr>Cover</vt:lpstr>
      <vt:lpstr>White-General</vt:lpstr>
      <vt:lpstr>Purple-General</vt:lpstr>
      <vt:lpstr>1_Cover</vt:lpstr>
      <vt:lpstr>1_White-General</vt:lpstr>
      <vt:lpstr>1_Purple-General</vt:lpstr>
      <vt:lpstr>LSU Template</vt:lpstr>
      <vt:lpstr>Tigerbites2018</vt:lpstr>
      <vt:lpstr>1_Office Theme</vt:lpstr>
      <vt:lpstr>2_Tigerbites2018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Jishnu Ganesh</dc:creator>
  <cp:lastModifiedBy>Jishnu Ganesh</cp:lastModifiedBy>
  <cp:revision>1</cp:revision>
  <dcterms:created xsi:type="dcterms:W3CDTF">2025-12-05T16:39:36Z</dcterms:created>
  <dcterms:modified xsi:type="dcterms:W3CDTF">2025-12-07T15:55:14Z</dcterms:modified>
</cp:coreProperties>
</file>